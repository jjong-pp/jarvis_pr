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2d777292304a09" /><Relationship Type="http://schemas.openxmlformats.org/officeDocument/2006/relationships/extended-properties" Target="/docProps/app.xml" Id="R508e62420be8443e" /><Relationship Type="http://schemas.openxmlformats.org/officeDocument/2006/relationships/officeDocument" Target="/ppt/presentation.xml" Id="Rb7d77f0ea5c14f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c1885fdfc7473a"/>
  </p:sldMasterIdLst>
  <p:notesMasterIdLst>
    <p:notesMasterId xmlns:r="http://schemas.openxmlformats.org/officeDocument/2006/relationships" r:id="R24e94f23edf14e3b"/>
  </p:notesMasterIdLst>
  <p:sldIdLst>
    <p:sldId xmlns:r="http://schemas.openxmlformats.org/officeDocument/2006/relationships" id="256" r:id="Rf53f88bd477c4f5c"/>
    <p:sldId xmlns:r="http://schemas.openxmlformats.org/officeDocument/2006/relationships" id="257" r:id="R1c4f072294fb4333"/>
    <p:sldId xmlns:r="http://schemas.openxmlformats.org/officeDocument/2006/relationships" id="258" r:id="Rf30458378b3b4161"/>
    <p:sldId xmlns:r="http://schemas.openxmlformats.org/officeDocument/2006/relationships" id="259" r:id="R373829022f404b62"/>
    <p:sldId xmlns:r="http://schemas.openxmlformats.org/officeDocument/2006/relationships" id="260" r:id="R45fffd3f80594e85"/>
    <p:sldId xmlns:r="http://schemas.openxmlformats.org/officeDocument/2006/relationships" id="261" r:id="Ra1faaf267c604fbc"/>
    <p:sldId xmlns:r="http://schemas.openxmlformats.org/officeDocument/2006/relationships" id="262" r:id="R901030889eaf45f8"/>
    <p:sldId xmlns:r="http://schemas.openxmlformats.org/officeDocument/2006/relationships" id="263" r:id="R31566993edc04f23"/>
    <p:sldId xmlns:r="http://schemas.openxmlformats.org/officeDocument/2006/relationships" id="264" r:id="R7984837febb44d0e"/>
    <p:sldId xmlns:r="http://schemas.openxmlformats.org/officeDocument/2006/relationships" id="265" r:id="R93582315cc034135"/>
    <p:sldId xmlns:r="http://schemas.openxmlformats.org/officeDocument/2006/relationships" id="266" r:id="R86a2b9fa299b4e85"/>
    <p:sldId xmlns:r="http://schemas.openxmlformats.org/officeDocument/2006/relationships" id="267" r:id="Rc3e1f9141cfc4df1"/>
    <p:sldId xmlns:r="http://schemas.openxmlformats.org/officeDocument/2006/relationships" id="268" r:id="Rf4b00350d0544ac8"/>
    <p:sldId xmlns:r="http://schemas.openxmlformats.org/officeDocument/2006/relationships" id="269" r:id="Rfd978b0d51db476a"/>
    <p:sldId xmlns:r="http://schemas.openxmlformats.org/officeDocument/2006/relationships" id="270" r:id="R5d8f5255d3a64869"/>
    <p:sldId xmlns:r="http://schemas.openxmlformats.org/officeDocument/2006/relationships" id="271" r:id="R68cac7f569ca4cac"/>
    <p:sldId xmlns:r="http://schemas.openxmlformats.org/officeDocument/2006/relationships" id="272" r:id="R87d3bf93a2cd437b"/>
    <p:sldId xmlns:r="http://schemas.openxmlformats.org/officeDocument/2006/relationships" id="273" r:id="R43f1491466e94c67"/>
    <p:sldId xmlns:r="http://schemas.openxmlformats.org/officeDocument/2006/relationships" id="274" r:id="R8832b50ac44845e5"/>
    <p:sldId xmlns:r="http://schemas.openxmlformats.org/officeDocument/2006/relationships" id="275" r:id="Rb85eabf6f6324a39"/>
    <p:sldId xmlns:r="http://schemas.openxmlformats.org/officeDocument/2006/relationships" id="276" r:id="Rf6df0c0ba3034df2"/>
    <p:sldId xmlns:r="http://schemas.openxmlformats.org/officeDocument/2006/relationships" id="277" r:id="R0745f4c4587c48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0b06d2bcc34161" /><Relationship Type="http://schemas.openxmlformats.org/officeDocument/2006/relationships/slideMaster" Target="/ppt/slideMasters/slideMaster1.xml" Id="Rd4c1885fdfc7473a" /><Relationship Type="http://schemas.openxmlformats.org/officeDocument/2006/relationships/notesMaster" Target="/ppt/notesMasters/notesMaster1.xml" Id="R24e94f23edf14e3b" /><Relationship Type="http://schemas.openxmlformats.org/officeDocument/2006/relationships/presProps" Target="/ppt/presProps.xml" Id="R62422bb7875a4e27" /><Relationship Type="http://schemas.openxmlformats.org/officeDocument/2006/relationships/tableStyles" Target="/ppt/tableStyles.xml" Id="R6f61305aad4c460a" /><Relationship Type="http://schemas.openxmlformats.org/officeDocument/2006/relationships/slide" Target="/ppt/slides/slide1.xml" Id="Rf53f88bd477c4f5c" /><Relationship Type="http://schemas.openxmlformats.org/officeDocument/2006/relationships/slide" Target="/ppt/slides/slide2.xml" Id="R1c4f072294fb4333" /><Relationship Type="http://schemas.openxmlformats.org/officeDocument/2006/relationships/slide" Target="/ppt/slides/slide3.xml" Id="Rf30458378b3b4161" /><Relationship Type="http://schemas.openxmlformats.org/officeDocument/2006/relationships/slide" Target="/ppt/slides/slide4.xml" Id="R373829022f404b62" /><Relationship Type="http://schemas.openxmlformats.org/officeDocument/2006/relationships/slide" Target="/ppt/slides/slide5.xml" Id="R45fffd3f80594e85" /><Relationship Type="http://schemas.openxmlformats.org/officeDocument/2006/relationships/slide" Target="/ppt/slides/slide6.xml" Id="Ra1faaf267c604fbc" /><Relationship Type="http://schemas.openxmlformats.org/officeDocument/2006/relationships/slide" Target="/ppt/slides/slide7.xml" Id="R901030889eaf45f8" /><Relationship Type="http://schemas.openxmlformats.org/officeDocument/2006/relationships/slide" Target="/ppt/slides/slide8.xml" Id="R31566993edc04f23" /><Relationship Type="http://schemas.openxmlformats.org/officeDocument/2006/relationships/slide" Target="/ppt/slides/slide9.xml" Id="R7984837febb44d0e" /><Relationship Type="http://schemas.openxmlformats.org/officeDocument/2006/relationships/slide" Target="/ppt/slides/slide10.xml" Id="R93582315cc034135" /><Relationship Type="http://schemas.openxmlformats.org/officeDocument/2006/relationships/slide" Target="/ppt/slides/slide11.xml" Id="R86a2b9fa299b4e85" /><Relationship Type="http://schemas.openxmlformats.org/officeDocument/2006/relationships/slide" Target="/ppt/slides/slide12.xml" Id="Rc3e1f9141cfc4df1" /><Relationship Type="http://schemas.openxmlformats.org/officeDocument/2006/relationships/slide" Target="/ppt/slides/slide13.xml" Id="Rf4b00350d0544ac8" /><Relationship Type="http://schemas.openxmlformats.org/officeDocument/2006/relationships/slide" Target="/ppt/slides/slide14.xml" Id="Rfd978b0d51db476a" /><Relationship Type="http://schemas.openxmlformats.org/officeDocument/2006/relationships/slide" Target="/ppt/slides/slide15.xml" Id="R5d8f5255d3a64869" /><Relationship Type="http://schemas.openxmlformats.org/officeDocument/2006/relationships/slide" Target="/ppt/slides/slide16.xml" Id="R68cac7f569ca4cac" /><Relationship Type="http://schemas.openxmlformats.org/officeDocument/2006/relationships/slide" Target="/ppt/slides/slide17.xml" Id="R87d3bf93a2cd437b" /><Relationship Type="http://schemas.openxmlformats.org/officeDocument/2006/relationships/slide" Target="/ppt/slides/slide18.xml" Id="R43f1491466e94c67" /><Relationship Type="http://schemas.openxmlformats.org/officeDocument/2006/relationships/slide" Target="/ppt/slides/slide19.xml" Id="R8832b50ac44845e5" /><Relationship Type="http://schemas.openxmlformats.org/officeDocument/2006/relationships/slide" Target="/ppt/slides/slide20.xml" Id="Rb85eabf6f6324a39" /><Relationship Type="http://schemas.openxmlformats.org/officeDocument/2006/relationships/slide" Target="/ppt/slides/slide21.xml" Id="Rf6df0c0ba3034df2" /><Relationship Type="http://schemas.openxmlformats.org/officeDocument/2006/relationships/slide" Target="/ppt/slides/slide22.xml" Id="R0745f4c4587c48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7c39aecfe14a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da7f91b7b4435b" /><Relationship Type="http://schemas.openxmlformats.org/officeDocument/2006/relationships/notesMaster" Target="/ppt/notesMasters/notesMaster1.xml" Id="R1b4652e301cc48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d7a08313634621" /><Relationship Type="http://schemas.openxmlformats.org/officeDocument/2006/relationships/notesMaster" Target="/ppt/notesMasters/notesMaster1.xml" Id="Rc110ee2c1e924a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91507fa50c409a" /><Relationship Type="http://schemas.openxmlformats.org/officeDocument/2006/relationships/notesMaster" Target="/ppt/notesMasters/notesMaster1.xml" Id="R68460bf5681d42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082234bc274ffd" /><Relationship Type="http://schemas.openxmlformats.org/officeDocument/2006/relationships/notesMaster" Target="/ppt/notesMasters/notesMaster1.xml" Id="Radbc6c3d3f5b4a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e1c5a79d9f4002" /><Relationship Type="http://schemas.openxmlformats.org/officeDocument/2006/relationships/notesMaster" Target="/ppt/notesMasters/notesMaster1.xml" Id="Rc38f0233c63c46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8d235b4e544b8c" /><Relationship Type="http://schemas.openxmlformats.org/officeDocument/2006/relationships/notesMaster" Target="/ppt/notesMasters/notesMaster1.xml" Id="R611ea6fd401f4e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15effb0aba41ee" /><Relationship Type="http://schemas.openxmlformats.org/officeDocument/2006/relationships/notesMaster" Target="/ppt/notesMasters/notesMaster1.xml" Id="R94482bb6e15546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91c5da40354a9f" /><Relationship Type="http://schemas.openxmlformats.org/officeDocument/2006/relationships/notesMaster" Target="/ppt/notesMasters/notesMaster1.xml" Id="Rab82a10e032846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939b389d1848e6" /><Relationship Type="http://schemas.openxmlformats.org/officeDocument/2006/relationships/notesMaster" Target="/ppt/notesMasters/notesMaster1.xml" Id="R991bb108790046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1e67714e8843a9" /><Relationship Type="http://schemas.openxmlformats.org/officeDocument/2006/relationships/notesMaster" Target="/ppt/notesMasters/notesMaster1.xml" Id="R987a7dce620c47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78ec66eb604581" /><Relationship Type="http://schemas.openxmlformats.org/officeDocument/2006/relationships/notesMaster" Target="/ppt/notesMasters/notesMaster1.xml" Id="R81c9a6fa995448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7779a1f0e146a0" /><Relationship Type="http://schemas.openxmlformats.org/officeDocument/2006/relationships/notesMaster" Target="/ppt/notesMasters/notesMaster1.xml" Id="Re8f3ff3c8b0e471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05b9023f1e4e9d" /><Relationship Type="http://schemas.openxmlformats.org/officeDocument/2006/relationships/notesMaster" Target="/ppt/notesMasters/notesMaster1.xml" Id="R5e0cbe67296d425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8d6654dc1eb4288" /><Relationship Type="http://schemas.openxmlformats.org/officeDocument/2006/relationships/notesMaster" Target="/ppt/notesMasters/notesMaster1.xml" Id="R37c1137a7b8b4ce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9ecd2a0d88345f8" /><Relationship Type="http://schemas.openxmlformats.org/officeDocument/2006/relationships/notesMaster" Target="/ppt/notesMasters/notesMaster1.xml" Id="Ra5bbae15d9ad424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ee040044e9d490f" /><Relationship Type="http://schemas.openxmlformats.org/officeDocument/2006/relationships/notesMaster" Target="/ppt/notesMasters/notesMaster1.xml" Id="R5d783fe16520491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1ce780888a347d2" /><Relationship Type="http://schemas.openxmlformats.org/officeDocument/2006/relationships/notesMaster" Target="/ppt/notesMasters/notesMaster1.xml" Id="R934898e214f645c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d10b4c7789c46bb" /><Relationship Type="http://schemas.openxmlformats.org/officeDocument/2006/relationships/notesMaster" Target="/ppt/notesMasters/notesMaster1.xml" Id="Rcb4c56cd5b2c4ca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9146dd5a07e452b" /><Relationship Type="http://schemas.openxmlformats.org/officeDocument/2006/relationships/notesMaster" Target="/ppt/notesMasters/notesMaster1.xml" Id="Rc6e7f80d66ed427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7ad2101cd8e4979" /><Relationship Type="http://schemas.openxmlformats.org/officeDocument/2006/relationships/notesMaster" Target="/ppt/notesMasters/notesMaster1.xml" Id="Rc72dc364ff14445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b2e445e401a4f78" /><Relationship Type="http://schemas.openxmlformats.org/officeDocument/2006/relationships/notesMaster" Target="/ppt/notesMasters/notesMaster1.xml" Id="R1143ec334b2f497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1c2863dd0504c5f" /><Relationship Type="http://schemas.openxmlformats.org/officeDocument/2006/relationships/notesMaster" Target="/ppt/notesMasters/notesMaster1.xml" Id="Rc20c9fbd3a3c45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1,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2,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3,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4,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5,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6,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7,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8,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9,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10,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11,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12,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13,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14,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15,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16,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17,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18,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19,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20,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21,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C:/MyMain/main/resume/박종혁_PM_포트폴리오.pdf, page 22, user-provided source, accessed 2026-08-28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2398b0755f4f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550de26c4d4b42" /><Relationship Type="http://schemas.openxmlformats.org/officeDocument/2006/relationships/slideLayout" Target="/ppt/slideLayouts/slideLayout1.xml" Id="R0b58fcc6be9c47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58fcc6be9c47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7f0614794493a" /><Relationship Type="http://schemas.openxmlformats.org/officeDocument/2006/relationships/image" Target="/ppt/media/image.png" Id="R786c23d149864a6f" /><Relationship Type="http://schemas.openxmlformats.org/officeDocument/2006/relationships/notesSlide" Target="/ppt/notesSlides/notesSlide1.xml" Id="R982f2e536e1d43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ff76fe1cd4e48" /><Relationship Type="http://schemas.openxmlformats.org/officeDocument/2006/relationships/image" Target="/ppt/media/image2.png" Id="Rbd7c325e16cd470d" /><Relationship Type="http://schemas.openxmlformats.org/officeDocument/2006/relationships/notesSlide" Target="/ppt/notesSlides/notesSlide2.xml" Id="R6eb2bc853ff345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04c6324754668" /><Relationship Type="http://schemas.openxmlformats.org/officeDocument/2006/relationships/image" Target="/ppt/media/image3.png" Id="R2b5b69c3019a4381" /><Relationship Type="http://schemas.openxmlformats.org/officeDocument/2006/relationships/notesSlide" Target="/ppt/notesSlides/notesSlide3.xml" Id="Ra55e3571706e44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6f6a05c054057" /><Relationship Type="http://schemas.openxmlformats.org/officeDocument/2006/relationships/image" Target="/ppt/media/image4.png" Id="R87af10dc37a04373" /><Relationship Type="http://schemas.openxmlformats.org/officeDocument/2006/relationships/notesSlide" Target="/ppt/notesSlides/notesSlide4.xml" Id="R13b615874ea54a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5e6f4f44f45d4" /><Relationship Type="http://schemas.openxmlformats.org/officeDocument/2006/relationships/image" Target="/ppt/media/image5.png" Id="Rd8cbe003aedf4b12" /><Relationship Type="http://schemas.openxmlformats.org/officeDocument/2006/relationships/notesSlide" Target="/ppt/notesSlides/notesSlide5.xml" Id="R3fad6ec012cf4a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50a7103514ff4" /><Relationship Type="http://schemas.openxmlformats.org/officeDocument/2006/relationships/image" Target="/ppt/media/image6.png" Id="R38bada2ac5864419" /><Relationship Type="http://schemas.openxmlformats.org/officeDocument/2006/relationships/notesSlide" Target="/ppt/notesSlides/notesSlide6.xml" Id="R4fb754972ba64c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54a1c6bfc428d" /><Relationship Type="http://schemas.openxmlformats.org/officeDocument/2006/relationships/image" Target="/ppt/media/image7.png" Id="Ra36e55730804469f" /><Relationship Type="http://schemas.openxmlformats.org/officeDocument/2006/relationships/notesSlide" Target="/ppt/notesSlides/notesSlide7.xml" Id="R76a4b84508af4e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54b193557412c" /><Relationship Type="http://schemas.openxmlformats.org/officeDocument/2006/relationships/image" Target="/ppt/media/image8.png" Id="R0bc0cfe386144cc1" /><Relationship Type="http://schemas.openxmlformats.org/officeDocument/2006/relationships/notesSlide" Target="/ppt/notesSlides/notesSlide8.xml" Id="Rfec9deda605847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54d5061b34253" /><Relationship Type="http://schemas.openxmlformats.org/officeDocument/2006/relationships/image" Target="/ppt/media/image9.png" Id="Rc670a13151424a66" /><Relationship Type="http://schemas.openxmlformats.org/officeDocument/2006/relationships/notesSlide" Target="/ppt/notesSlides/notesSlide9.xml" Id="R38289ea4160f4c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0a84ce8eb46b7" /><Relationship Type="http://schemas.openxmlformats.org/officeDocument/2006/relationships/image" Target="/ppt/media/image10.png" Id="R3517815232b247b7" /><Relationship Type="http://schemas.openxmlformats.org/officeDocument/2006/relationships/notesSlide" Target="/ppt/notesSlides/notesSlide10.xml" Id="R8f3141c0b3254c7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f49c8657b448b" /><Relationship Type="http://schemas.openxmlformats.org/officeDocument/2006/relationships/image" Target="/ppt/media/image11.png" Id="R9c61ee2cc1614ad6" /><Relationship Type="http://schemas.openxmlformats.org/officeDocument/2006/relationships/notesSlide" Target="/ppt/notesSlides/notesSlide11.xml" Id="Rab738b9171c54e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2f35a25de447f" /><Relationship Type="http://schemas.openxmlformats.org/officeDocument/2006/relationships/image" Target="/ppt/media/image12.png" Id="R5416699cba7341fe" /><Relationship Type="http://schemas.openxmlformats.org/officeDocument/2006/relationships/notesSlide" Target="/ppt/notesSlides/notesSlide12.xml" Id="Rfe841d8c0e2744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06882a788477b" /><Relationship Type="http://schemas.openxmlformats.org/officeDocument/2006/relationships/image" Target="/ppt/media/image13.png" Id="R7572393e88014bfb" /><Relationship Type="http://schemas.openxmlformats.org/officeDocument/2006/relationships/notesSlide" Target="/ppt/notesSlides/notesSlide13.xml" Id="R02687d8cb4e7405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3b56c0f474f40" /><Relationship Type="http://schemas.openxmlformats.org/officeDocument/2006/relationships/image" Target="/ppt/media/image14.png" Id="R1443de253afb4328" /><Relationship Type="http://schemas.openxmlformats.org/officeDocument/2006/relationships/notesSlide" Target="/ppt/notesSlides/notesSlide14.xml" Id="R6b28a6e04314487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1459ec31b4e70" /><Relationship Type="http://schemas.openxmlformats.org/officeDocument/2006/relationships/image" Target="/ppt/media/image15.png" Id="R353c20f05ea348ef" /><Relationship Type="http://schemas.openxmlformats.org/officeDocument/2006/relationships/notesSlide" Target="/ppt/notesSlides/notesSlide15.xml" Id="R66892cab66db4c8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c39ea3d464cb7" /><Relationship Type="http://schemas.openxmlformats.org/officeDocument/2006/relationships/image" Target="/ppt/media/image16.png" Id="R4e5a3899a1344160" /><Relationship Type="http://schemas.openxmlformats.org/officeDocument/2006/relationships/notesSlide" Target="/ppt/notesSlides/notesSlide16.xml" Id="R3e351d129194498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a439d27814bd3" /><Relationship Type="http://schemas.openxmlformats.org/officeDocument/2006/relationships/image" Target="/ppt/media/image17.png" Id="Ra0e99580fe9e4d8a" /><Relationship Type="http://schemas.openxmlformats.org/officeDocument/2006/relationships/notesSlide" Target="/ppt/notesSlides/notesSlide17.xml" Id="R8bef9c8a297e466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ec9945e9b43fe" /><Relationship Type="http://schemas.openxmlformats.org/officeDocument/2006/relationships/image" Target="/ppt/media/image18.png" Id="R92d636a4b9704c54" /><Relationship Type="http://schemas.openxmlformats.org/officeDocument/2006/relationships/notesSlide" Target="/ppt/notesSlides/notesSlide18.xml" Id="Rca78e03fd0f04f6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3531b630c4016" /><Relationship Type="http://schemas.openxmlformats.org/officeDocument/2006/relationships/image" Target="/ppt/media/image19.png" Id="R564434e8bb4f49dd" /><Relationship Type="http://schemas.openxmlformats.org/officeDocument/2006/relationships/notesSlide" Target="/ppt/notesSlides/notesSlide19.xml" Id="R66161c0b7a93427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74ea3ec4a409b" /><Relationship Type="http://schemas.openxmlformats.org/officeDocument/2006/relationships/image" Target="/ppt/media/image20.png" Id="R2aca03dafb53432f" /><Relationship Type="http://schemas.openxmlformats.org/officeDocument/2006/relationships/notesSlide" Target="/ppt/notesSlides/notesSlide20.xml" Id="R2bcbee8ee13f4d3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be37ea8934f3f" /><Relationship Type="http://schemas.openxmlformats.org/officeDocument/2006/relationships/image" Target="/ppt/media/image21.png" Id="R7a3511cadbf944a6" /><Relationship Type="http://schemas.openxmlformats.org/officeDocument/2006/relationships/notesSlide" Target="/ppt/notesSlides/notesSlide21.xml" Id="Ref0f0e4dbe41402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21e6c574d49c6" /><Relationship Type="http://schemas.openxmlformats.org/officeDocument/2006/relationships/image" Target="/ppt/media/image22.png" Id="Rd40fd0d8870f43b7" /><Relationship Type="http://schemas.openxmlformats.org/officeDocument/2006/relationships/notesSlide" Target="/ppt/notesSlides/notesSlide22.xml" Id="R14fb51fc9f8f4d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6c23d149864a6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45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7c325e16cd470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742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b69c3019a438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5919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f10dc37a0437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tatus-1-mask-s4">
            <a:extLst xmlns:a="http://schemas.openxmlformats.org/drawingml/2006/main">
              <a:ext uri="{FF2B5EF4-FFF2-40B4-BE49-F238E27FC236}">
                <a16:creationId xmlns:a16="http://schemas.microsoft.com/office/drawing/2014/main" id="{2269C310-8E74-4CB9-8DA2-C759E776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0520" y="2875280"/>
            <a:ext cx="162560" cy="121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atus-1-label-s4">
            <a:extLst xmlns:a="http://schemas.openxmlformats.org/drawingml/2006/main">
              <a:ext uri="{FF2B5EF4-FFF2-40B4-BE49-F238E27FC236}">
                <a16:creationId xmlns:a16="http://schemas.microsoft.com/office/drawing/2014/main" id="{72F4AF04-5D9D-49FD-9974-AAEC63F5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2824798"/>
            <a:ext cx="50800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1B4F9C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1B4F9C"/>
                </a:solidFill>
                <a:latin typeface="Noto Sans KR"/>
                <a:ea typeface="Noto Sans KR"/>
                <a:cs typeface="Noto Sans KR"/>
              </a:rPr>
              <a:t>국내</a:t>
            </a:r>
          </a:p>
        </p:txBody>
      </p:sp>
      <p:sp>
        <p:nvSpPr>
          <p:cNvPr id="4" name="status-2-mask-s4">
            <a:extLst xmlns:a="http://schemas.openxmlformats.org/drawingml/2006/main">
              <a:ext uri="{FF2B5EF4-FFF2-40B4-BE49-F238E27FC236}">
                <a16:creationId xmlns:a16="http://schemas.microsoft.com/office/drawing/2014/main" id="{91189447-CFC5-493F-8559-6DACC166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0520" y="3215640"/>
            <a:ext cx="16256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tus-2-label-s4">
            <a:extLst xmlns:a="http://schemas.openxmlformats.org/drawingml/2006/main">
              <a:ext uri="{FF2B5EF4-FFF2-40B4-BE49-F238E27FC236}">
                <a16:creationId xmlns:a16="http://schemas.microsoft.com/office/drawing/2014/main" id="{1A2CAD5D-F8B2-405A-A54E-8279304B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3170238"/>
            <a:ext cx="50800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1B4F9C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1B4F9C"/>
                </a:solidFill>
                <a:latin typeface="Noto Sans KR"/>
                <a:ea typeface="Noto Sans KR"/>
                <a:cs typeface="Noto Sans KR"/>
              </a:rPr>
              <a:t>국내</a:t>
            </a:r>
          </a:p>
        </p:txBody>
      </p:sp>
      <p:sp>
        <p:nvSpPr>
          <p:cNvPr id="6" name="status-3-mask-s4">
            <a:extLst xmlns:a="http://schemas.openxmlformats.org/drawingml/2006/main">
              <a:ext uri="{FF2B5EF4-FFF2-40B4-BE49-F238E27FC236}">
                <a16:creationId xmlns:a16="http://schemas.microsoft.com/office/drawing/2014/main" id="{1C3F6637-2A17-459E-9551-E9365777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9880" y="3561080"/>
            <a:ext cx="203200" cy="121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tus-3-label-s4">
            <a:extLst xmlns:a="http://schemas.openxmlformats.org/drawingml/2006/main">
              <a:ext uri="{FF2B5EF4-FFF2-40B4-BE49-F238E27FC236}">
                <a16:creationId xmlns:a16="http://schemas.microsoft.com/office/drawing/2014/main" id="{BCC0C73C-42AA-4073-979D-A7B31092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3520758"/>
            <a:ext cx="508000" cy="16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B42318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B42318"/>
                </a:solidFill>
                <a:latin typeface="Noto Sans KR"/>
                <a:ea typeface="Noto Sans KR"/>
                <a:cs typeface="Noto Sans KR"/>
              </a:rPr>
              <a:t>해외</a:t>
            </a:r>
          </a:p>
        </p:txBody>
      </p:sp>
      <p:sp>
        <p:nvSpPr>
          <p:cNvPr id="8" name="status-4-mask-s4">
            <a:extLst xmlns:a="http://schemas.openxmlformats.org/drawingml/2006/main">
              <a:ext uri="{FF2B5EF4-FFF2-40B4-BE49-F238E27FC236}">
                <a16:creationId xmlns:a16="http://schemas.microsoft.com/office/drawing/2014/main" id="{30419123-A27F-4C0E-BE71-AEA150BC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0520" y="3901440"/>
            <a:ext cx="16256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tus-4-label-s4">
            <a:extLst xmlns:a="http://schemas.openxmlformats.org/drawingml/2006/main">
              <a:ext uri="{FF2B5EF4-FFF2-40B4-BE49-F238E27FC236}">
                <a16:creationId xmlns:a16="http://schemas.microsoft.com/office/drawing/2014/main" id="{56979AB8-AF83-4F69-A80D-F28F372B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3866198"/>
            <a:ext cx="508000" cy="16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1B4F9C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1B4F9C"/>
                </a:solidFill>
                <a:latin typeface="Noto Sans KR"/>
                <a:ea typeface="Noto Sans KR"/>
                <a:cs typeface="Noto Sans KR"/>
              </a:rPr>
              <a:t>국내</a:t>
            </a:r>
          </a:p>
        </p:txBody>
      </p:sp>
    </p:spTree>
    <p:extLst>
      <p:ext uri="{BB962C8B-B14F-4D97-AF65-F5344CB8AC3E}">
        <p14:creationId xmlns:p14="http://schemas.microsoft.com/office/powerpoint/2010/main" val="2976930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be003aedf4b1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aci-1-mask-s5">
            <a:extLst xmlns:a="http://schemas.openxmlformats.org/drawingml/2006/main">
              <a:ext uri="{FF2B5EF4-FFF2-40B4-BE49-F238E27FC236}">
                <a16:creationId xmlns:a16="http://schemas.microsoft.com/office/drawing/2014/main" id="{A140F408-A456-488F-8588-583AD7FC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160" y="443738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ci-1-label-s5">
            <a:extLst xmlns:a="http://schemas.openxmlformats.org/drawingml/2006/main">
              <a:ext uri="{FF2B5EF4-FFF2-40B4-BE49-F238E27FC236}">
                <a16:creationId xmlns:a16="http://schemas.microsoft.com/office/drawing/2014/main" id="{544761AD-616A-4959-B81A-F3FF67FF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0040" y="4379278"/>
            <a:ext cx="2794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</a:t>
            </a:r>
          </a:p>
        </p:txBody>
      </p:sp>
      <p:sp>
        <p:nvSpPr>
          <p:cNvPr id="4" name="raci-2-mask-s5">
            <a:extLst xmlns:a="http://schemas.openxmlformats.org/drawingml/2006/main">
              <a:ext uri="{FF2B5EF4-FFF2-40B4-BE49-F238E27FC236}">
                <a16:creationId xmlns:a16="http://schemas.microsoft.com/office/drawing/2014/main" id="{125FAAA4-5A51-486C-A674-3F0763C9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180" y="443738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ci-2-label-s5">
            <a:extLst xmlns:a="http://schemas.openxmlformats.org/drawingml/2006/main">
              <a:ext uri="{FF2B5EF4-FFF2-40B4-BE49-F238E27FC236}">
                <a16:creationId xmlns:a16="http://schemas.microsoft.com/office/drawing/2014/main" id="{CBCB0D5A-DDC1-43AE-AA4D-1C20A444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520" y="4379278"/>
            <a:ext cx="28448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1B4F9C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1B4F9C"/>
                </a:solidFill>
                <a:latin typeface="Noto Sans KR"/>
                <a:ea typeface="Noto Sans KR"/>
                <a:cs typeface="Noto Sans KR"/>
              </a:rPr>
              <a:t>I</a:t>
            </a:r>
          </a:p>
        </p:txBody>
      </p:sp>
      <p:sp>
        <p:nvSpPr>
          <p:cNvPr id="6" name="raci-3-mask-s5">
            <a:extLst xmlns:a="http://schemas.openxmlformats.org/drawingml/2006/main">
              <a:ext uri="{FF2B5EF4-FFF2-40B4-BE49-F238E27FC236}">
                <a16:creationId xmlns:a16="http://schemas.microsoft.com/office/drawing/2014/main" id="{82D52D18-0336-4A14-8F67-12AFAF33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160" y="474218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ci-3-label-s5">
            <a:extLst xmlns:a="http://schemas.openxmlformats.org/drawingml/2006/main">
              <a:ext uri="{FF2B5EF4-FFF2-40B4-BE49-F238E27FC236}">
                <a16:creationId xmlns:a16="http://schemas.microsoft.com/office/drawing/2014/main" id="{9E2CA095-81EA-40AD-B270-25870C9C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0040" y="4684078"/>
            <a:ext cx="2794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1B4F9C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1B4F9C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8" name="raci-4-mask-s5">
            <a:extLst xmlns:a="http://schemas.openxmlformats.org/drawingml/2006/main">
              <a:ext uri="{FF2B5EF4-FFF2-40B4-BE49-F238E27FC236}">
                <a16:creationId xmlns:a16="http://schemas.microsoft.com/office/drawing/2014/main" id="{0F3CF4F0-F580-47F7-BE86-233F573C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680" y="474218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aci-4-label-s5">
            <a:extLst xmlns:a="http://schemas.openxmlformats.org/drawingml/2006/main">
              <a:ext uri="{FF2B5EF4-FFF2-40B4-BE49-F238E27FC236}">
                <a16:creationId xmlns:a16="http://schemas.microsoft.com/office/drawing/2014/main" id="{9C76C303-7D19-4A47-AB5C-D947E899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684078"/>
            <a:ext cx="2794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</a:t>
            </a:r>
          </a:p>
        </p:txBody>
      </p:sp>
      <p:sp>
        <p:nvSpPr>
          <p:cNvPr id="10" name="raci-5-mask-s5">
            <a:extLst xmlns:a="http://schemas.openxmlformats.org/drawingml/2006/main">
              <a:ext uri="{FF2B5EF4-FFF2-40B4-BE49-F238E27FC236}">
                <a16:creationId xmlns:a16="http://schemas.microsoft.com/office/drawing/2014/main" id="{C04BEA02-6194-44FB-AEDE-65A943C5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160" y="504698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ci-5-label-s5">
            <a:extLst xmlns:a="http://schemas.openxmlformats.org/drawingml/2006/main">
              <a:ext uri="{FF2B5EF4-FFF2-40B4-BE49-F238E27FC236}">
                <a16:creationId xmlns:a16="http://schemas.microsoft.com/office/drawing/2014/main" id="{05A7E4B7-919E-4EDE-9C7A-38E64978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0040" y="4988878"/>
            <a:ext cx="2794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1B4F9C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1B4F9C"/>
                </a:solidFill>
                <a:latin typeface="Noto Sans KR"/>
                <a:ea typeface="Noto Sans KR"/>
                <a:cs typeface="Noto Sans KR"/>
              </a:rPr>
              <a:t>I</a:t>
            </a:r>
          </a:p>
        </p:txBody>
      </p:sp>
      <p:sp>
        <p:nvSpPr>
          <p:cNvPr id="12" name="raci-6-mask-s5">
            <a:extLst xmlns:a="http://schemas.openxmlformats.org/drawingml/2006/main">
              <a:ext uri="{FF2B5EF4-FFF2-40B4-BE49-F238E27FC236}">
                <a16:creationId xmlns:a16="http://schemas.microsoft.com/office/drawing/2014/main" id="{F2B8FA2C-5806-4A5E-857A-8558F8E2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660" y="504698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ci-6-label-s5">
            <a:extLst xmlns:a="http://schemas.openxmlformats.org/drawingml/2006/main">
              <a:ext uri="{FF2B5EF4-FFF2-40B4-BE49-F238E27FC236}">
                <a16:creationId xmlns:a16="http://schemas.microsoft.com/office/drawing/2014/main" id="{3903401B-4033-4426-AC65-AEB732F2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88878"/>
            <a:ext cx="28448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</a:t>
            </a:r>
          </a:p>
        </p:txBody>
      </p:sp>
      <p:sp>
        <p:nvSpPr>
          <p:cNvPr id="14" name="raci-7-mask-s5">
            <a:extLst xmlns:a="http://schemas.openxmlformats.org/drawingml/2006/main">
              <a:ext uri="{FF2B5EF4-FFF2-40B4-BE49-F238E27FC236}">
                <a16:creationId xmlns:a16="http://schemas.microsoft.com/office/drawing/2014/main" id="{9716BD5B-03BD-459A-8786-00924BBA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180" y="504698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ci-7-label-s5">
            <a:extLst xmlns:a="http://schemas.openxmlformats.org/drawingml/2006/main">
              <a:ext uri="{FF2B5EF4-FFF2-40B4-BE49-F238E27FC236}">
                <a16:creationId xmlns:a16="http://schemas.microsoft.com/office/drawing/2014/main" id="{EB60954C-85E1-4D14-93C4-78CD061A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520" y="4988878"/>
            <a:ext cx="28448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1B4F9C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1B4F9C"/>
                </a:solidFill>
                <a:latin typeface="Noto Sans KR"/>
                <a:ea typeface="Noto Sans KR"/>
                <a:cs typeface="Noto Sans KR"/>
              </a:rPr>
              <a:t>C</a:t>
            </a:r>
          </a:p>
        </p:txBody>
      </p:sp>
      <p:sp>
        <p:nvSpPr>
          <p:cNvPr id="16" name="raci-8-mask-s5">
            <a:extLst xmlns:a="http://schemas.openxmlformats.org/drawingml/2006/main">
              <a:ext uri="{FF2B5EF4-FFF2-40B4-BE49-F238E27FC236}">
                <a16:creationId xmlns:a16="http://schemas.microsoft.com/office/drawing/2014/main" id="{55746FE4-C254-40F3-AE3A-25F41F34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160" y="535178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aci-8-label-s5">
            <a:extLst xmlns:a="http://schemas.openxmlformats.org/drawingml/2006/main">
              <a:ext uri="{FF2B5EF4-FFF2-40B4-BE49-F238E27FC236}">
                <a16:creationId xmlns:a16="http://schemas.microsoft.com/office/drawing/2014/main" id="{C1055C02-8DB4-4CA2-B9AB-59F4343F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0040" y="5293678"/>
            <a:ext cx="2794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</a:t>
            </a:r>
          </a:p>
        </p:txBody>
      </p:sp>
      <p:sp>
        <p:nvSpPr>
          <p:cNvPr id="18" name="raci-9-mask-s5">
            <a:extLst xmlns:a="http://schemas.openxmlformats.org/drawingml/2006/main">
              <a:ext uri="{FF2B5EF4-FFF2-40B4-BE49-F238E27FC236}">
                <a16:creationId xmlns:a16="http://schemas.microsoft.com/office/drawing/2014/main" id="{5A3545E7-559D-4214-A3A7-3022BC2F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660" y="535178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aci-9-label-s5">
            <a:extLst xmlns:a="http://schemas.openxmlformats.org/drawingml/2006/main">
              <a:ext uri="{FF2B5EF4-FFF2-40B4-BE49-F238E27FC236}">
                <a16:creationId xmlns:a16="http://schemas.microsoft.com/office/drawing/2014/main" id="{4A5CC3D2-B077-4ED4-9895-3F5041AE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93678"/>
            <a:ext cx="28448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1B4F9C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1B4F9C"/>
                </a:solidFill>
                <a:latin typeface="Noto Sans KR"/>
                <a:ea typeface="Noto Sans KR"/>
                <a:cs typeface="Noto Sans KR"/>
              </a:rPr>
              <a:t>C</a:t>
            </a:r>
          </a:p>
        </p:txBody>
      </p:sp>
      <p:sp>
        <p:nvSpPr>
          <p:cNvPr id="20" name="raci-10-mask-s5">
            <a:extLst xmlns:a="http://schemas.openxmlformats.org/drawingml/2006/main">
              <a:ext uri="{FF2B5EF4-FFF2-40B4-BE49-F238E27FC236}">
                <a16:creationId xmlns:a16="http://schemas.microsoft.com/office/drawing/2014/main" id="{2CD23946-BEA3-447D-886C-C296DE52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180" y="535178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aci-10-label-s5">
            <a:extLst xmlns:a="http://schemas.openxmlformats.org/drawingml/2006/main">
              <a:ext uri="{FF2B5EF4-FFF2-40B4-BE49-F238E27FC236}">
                <a16:creationId xmlns:a16="http://schemas.microsoft.com/office/drawing/2014/main" id="{E64214C5-64EB-43F4-8A3A-C2C9CAC6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520" y="5293678"/>
            <a:ext cx="28448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1B4F9C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1B4F9C"/>
                </a:solidFill>
                <a:latin typeface="Noto Sans KR"/>
                <a:ea typeface="Noto Sans KR"/>
                <a:cs typeface="Noto Sans KR"/>
              </a:rPr>
              <a:t>I</a:t>
            </a:r>
          </a:p>
        </p:txBody>
      </p:sp>
      <p:sp>
        <p:nvSpPr>
          <p:cNvPr id="22" name="raci-11-mask-s5">
            <a:extLst xmlns:a="http://schemas.openxmlformats.org/drawingml/2006/main">
              <a:ext uri="{FF2B5EF4-FFF2-40B4-BE49-F238E27FC236}">
                <a16:creationId xmlns:a16="http://schemas.microsoft.com/office/drawing/2014/main" id="{6619DD5B-ADB2-46B0-AEF3-C5E4837C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160" y="565658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aci-11-label-s5">
            <a:extLst xmlns:a="http://schemas.openxmlformats.org/drawingml/2006/main">
              <a:ext uri="{FF2B5EF4-FFF2-40B4-BE49-F238E27FC236}">
                <a16:creationId xmlns:a16="http://schemas.microsoft.com/office/drawing/2014/main" id="{8C6D34F1-46A5-4738-97C2-9C775DE4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0040" y="5598478"/>
            <a:ext cx="2794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1B4F9C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1B4F9C"/>
                </a:solidFill>
                <a:latin typeface="Noto Sans KR"/>
                <a:ea typeface="Noto Sans KR"/>
                <a:cs typeface="Noto Sans KR"/>
              </a:rPr>
              <a:t>C</a:t>
            </a:r>
          </a:p>
        </p:txBody>
      </p:sp>
      <p:sp>
        <p:nvSpPr>
          <p:cNvPr id="24" name="raci-12-mask-s5">
            <a:extLst xmlns:a="http://schemas.openxmlformats.org/drawingml/2006/main">
              <a:ext uri="{FF2B5EF4-FFF2-40B4-BE49-F238E27FC236}">
                <a16:creationId xmlns:a16="http://schemas.microsoft.com/office/drawing/2014/main" id="{3DB468D2-54CA-479D-9157-D467CF89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660" y="565658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aci-12-label-s5">
            <a:extLst xmlns:a="http://schemas.openxmlformats.org/drawingml/2006/main">
              <a:ext uri="{FF2B5EF4-FFF2-40B4-BE49-F238E27FC236}">
                <a16:creationId xmlns:a16="http://schemas.microsoft.com/office/drawing/2014/main" id="{A778041D-1A43-48FE-A71D-8F2CD6F0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98478"/>
            <a:ext cx="28448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1B4F9C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1B4F9C"/>
                </a:solidFill>
                <a:latin typeface="Noto Sans KR"/>
                <a:ea typeface="Noto Sans KR"/>
                <a:cs typeface="Noto Sans KR"/>
              </a:rPr>
              <a:t>C</a:t>
            </a:r>
          </a:p>
        </p:txBody>
      </p:sp>
      <p:sp>
        <p:nvSpPr>
          <p:cNvPr id="26" name="raci-13-mask-s5">
            <a:extLst xmlns:a="http://schemas.openxmlformats.org/drawingml/2006/main">
              <a:ext uri="{FF2B5EF4-FFF2-40B4-BE49-F238E27FC236}">
                <a16:creationId xmlns:a16="http://schemas.microsoft.com/office/drawing/2014/main" id="{5C967EA5-95D6-4941-AAB6-2FBD374C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180" y="5656580"/>
            <a:ext cx="1371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aci-13-label-s5">
            <a:extLst xmlns:a="http://schemas.openxmlformats.org/drawingml/2006/main">
              <a:ext uri="{FF2B5EF4-FFF2-40B4-BE49-F238E27FC236}">
                <a16:creationId xmlns:a16="http://schemas.microsoft.com/office/drawing/2014/main" id="{0D298410-6615-4AB4-A092-C30EBA91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520" y="5598478"/>
            <a:ext cx="28448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4018294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bada2ac586441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110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e55730804469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6377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0cfe386144cc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ass-mask-s8-1">
            <a:extLst xmlns:a="http://schemas.openxmlformats.org/drawingml/2006/main">
              <a:ext uri="{FF2B5EF4-FFF2-40B4-BE49-F238E27FC236}">
                <a16:creationId xmlns:a16="http://schemas.microsoft.com/office/drawing/2014/main" id="{A41DFC18-D19B-4A10-A6AB-8E4EC6AE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4954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ss-label-s8-1">
            <a:extLst xmlns:a="http://schemas.openxmlformats.org/drawingml/2006/main">
              <a:ext uri="{FF2B5EF4-FFF2-40B4-BE49-F238E27FC236}">
                <a16:creationId xmlns:a16="http://schemas.microsoft.com/office/drawing/2014/main" id="{67161862-AF7C-4240-BD5E-E21102F2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462088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1E7A46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1E7A46"/>
                </a:solidFill>
                <a:latin typeface="Noto Sans KR"/>
                <a:ea typeface="Noto Sans KR"/>
                <a:cs typeface="Noto Sans KR"/>
              </a:rPr>
              <a:t>PASS</a:t>
            </a:r>
          </a:p>
        </p:txBody>
      </p:sp>
      <p:sp>
        <p:nvSpPr>
          <p:cNvPr id="4" name="pass-mask-s8-2">
            <a:extLst xmlns:a="http://schemas.openxmlformats.org/drawingml/2006/main">
              <a:ext uri="{FF2B5EF4-FFF2-40B4-BE49-F238E27FC236}">
                <a16:creationId xmlns:a16="http://schemas.microsoft.com/office/drawing/2014/main" id="{5709A0CA-8E01-4436-A4B3-E8FD0939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8002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ss-label-s8-2">
            <a:extLst xmlns:a="http://schemas.openxmlformats.org/drawingml/2006/main">
              <a:ext uri="{FF2B5EF4-FFF2-40B4-BE49-F238E27FC236}">
                <a16:creationId xmlns:a16="http://schemas.microsoft.com/office/drawing/2014/main" id="{E142AB99-9270-49A6-A124-03556D05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66888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1E7A46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1E7A46"/>
                </a:solidFill>
                <a:latin typeface="Noto Sans KR"/>
                <a:ea typeface="Noto Sans KR"/>
                <a:cs typeface="Noto Sans KR"/>
              </a:rPr>
              <a:t>PASS</a:t>
            </a:r>
          </a:p>
        </p:txBody>
      </p:sp>
      <p:sp>
        <p:nvSpPr>
          <p:cNvPr id="6" name="pass-mask-s8-3">
            <a:extLst xmlns:a="http://schemas.openxmlformats.org/drawingml/2006/main">
              <a:ext uri="{FF2B5EF4-FFF2-40B4-BE49-F238E27FC236}">
                <a16:creationId xmlns:a16="http://schemas.microsoft.com/office/drawing/2014/main" id="{0557AEA3-8E36-4F6A-82D4-9B7787AD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050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ss-label-s8-3">
            <a:extLst xmlns:a="http://schemas.openxmlformats.org/drawingml/2006/main">
              <a:ext uri="{FF2B5EF4-FFF2-40B4-BE49-F238E27FC236}">
                <a16:creationId xmlns:a16="http://schemas.microsoft.com/office/drawing/2014/main" id="{EF5E2CDF-7D6E-4C38-A28C-553E3666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71688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1E7A46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1E7A46"/>
                </a:solidFill>
                <a:latin typeface="Noto Sans KR"/>
                <a:ea typeface="Noto Sans KR"/>
                <a:cs typeface="Noto Sans KR"/>
              </a:rPr>
              <a:t>PASS</a:t>
            </a:r>
          </a:p>
        </p:txBody>
      </p:sp>
      <p:sp>
        <p:nvSpPr>
          <p:cNvPr id="8" name="pass-mask-s8-4">
            <a:extLst xmlns:a="http://schemas.openxmlformats.org/drawingml/2006/main">
              <a:ext uri="{FF2B5EF4-FFF2-40B4-BE49-F238E27FC236}">
                <a16:creationId xmlns:a16="http://schemas.microsoft.com/office/drawing/2014/main" id="{D2FE63F3-606A-4944-A944-BEFAEF7A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098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ss-label-s8-4">
            <a:extLst xmlns:a="http://schemas.openxmlformats.org/drawingml/2006/main">
              <a:ext uri="{FF2B5EF4-FFF2-40B4-BE49-F238E27FC236}">
                <a16:creationId xmlns:a16="http://schemas.microsoft.com/office/drawing/2014/main" id="{67A64DAF-9B37-4A0B-8A4B-AC2CA685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76488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1E7A46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1E7A46"/>
                </a:solidFill>
                <a:latin typeface="Noto Sans KR"/>
                <a:ea typeface="Noto Sans KR"/>
                <a:cs typeface="Noto Sans KR"/>
              </a:rPr>
              <a:t>PASS</a:t>
            </a:r>
          </a:p>
        </p:txBody>
      </p:sp>
      <p:sp>
        <p:nvSpPr>
          <p:cNvPr id="10" name="pass-mask-s8-5">
            <a:extLst xmlns:a="http://schemas.openxmlformats.org/drawingml/2006/main">
              <a:ext uri="{FF2B5EF4-FFF2-40B4-BE49-F238E27FC236}">
                <a16:creationId xmlns:a16="http://schemas.microsoft.com/office/drawing/2014/main" id="{58F3B95A-026A-4382-8FC6-49A2BCDA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146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ss-label-s8-5">
            <a:extLst xmlns:a="http://schemas.openxmlformats.org/drawingml/2006/main">
              <a:ext uri="{FF2B5EF4-FFF2-40B4-BE49-F238E27FC236}">
                <a16:creationId xmlns:a16="http://schemas.microsoft.com/office/drawing/2014/main" id="{475F0D29-5456-4A28-BD00-EDB530D5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81288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1E7A46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1E7A46"/>
                </a:solidFill>
                <a:latin typeface="Noto Sans KR"/>
                <a:ea typeface="Noto Sans KR"/>
                <a:cs typeface="Noto Sans KR"/>
              </a:rPr>
              <a:t>PASS</a:t>
            </a:r>
          </a:p>
        </p:txBody>
      </p:sp>
      <p:sp>
        <p:nvSpPr>
          <p:cNvPr id="12" name="pass-mask-s8-6">
            <a:extLst xmlns:a="http://schemas.openxmlformats.org/drawingml/2006/main">
              <a:ext uri="{FF2B5EF4-FFF2-40B4-BE49-F238E27FC236}">
                <a16:creationId xmlns:a16="http://schemas.microsoft.com/office/drawing/2014/main" id="{F6BEB97F-7E47-49A0-AEE2-F418D398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194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ss-label-s8-6">
            <a:extLst xmlns:a="http://schemas.openxmlformats.org/drawingml/2006/main">
              <a:ext uri="{FF2B5EF4-FFF2-40B4-BE49-F238E27FC236}">
                <a16:creationId xmlns:a16="http://schemas.microsoft.com/office/drawing/2014/main" id="{873F9562-094E-4F6F-BFDD-4DFF2827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86088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1E7A46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1E7A46"/>
                </a:solidFill>
                <a:latin typeface="Noto Sans KR"/>
                <a:ea typeface="Noto Sans KR"/>
                <a:cs typeface="Noto Sans KR"/>
              </a:rPr>
              <a:t>PASS</a:t>
            </a:r>
          </a:p>
        </p:txBody>
      </p:sp>
    </p:spTree>
    <p:extLst>
      <p:ext uri="{BB962C8B-B14F-4D97-AF65-F5344CB8AC3E}">
        <p14:creationId xmlns:p14="http://schemas.microsoft.com/office/powerpoint/2010/main" val="12989844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0a13151424a6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9844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17815232b247b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0915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1ee2cc1614ad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5359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16699cba7341f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1307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72393e88014bf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3171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43de253afb432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ass-mask-s14-1">
            <a:extLst xmlns:a="http://schemas.openxmlformats.org/drawingml/2006/main">
              <a:ext uri="{FF2B5EF4-FFF2-40B4-BE49-F238E27FC236}">
                <a16:creationId xmlns:a16="http://schemas.microsoft.com/office/drawing/2014/main" id="{C7002E6A-C1FE-4C84-A8DE-6E5C88F0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4954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ss-label-s14-1">
            <a:extLst xmlns:a="http://schemas.openxmlformats.org/drawingml/2006/main">
              <a:ext uri="{FF2B5EF4-FFF2-40B4-BE49-F238E27FC236}">
                <a16:creationId xmlns:a16="http://schemas.microsoft.com/office/drawing/2014/main" id="{EE922E2D-0773-4B0F-88F9-E748A952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462088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1E7A46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1E7A46"/>
                </a:solidFill>
                <a:latin typeface="Noto Sans KR"/>
                <a:ea typeface="Noto Sans KR"/>
                <a:cs typeface="Noto Sans KR"/>
              </a:rPr>
              <a:t>PASS</a:t>
            </a:r>
          </a:p>
        </p:txBody>
      </p:sp>
      <p:sp>
        <p:nvSpPr>
          <p:cNvPr id="4" name="pass-mask-s14-2">
            <a:extLst xmlns:a="http://schemas.openxmlformats.org/drawingml/2006/main">
              <a:ext uri="{FF2B5EF4-FFF2-40B4-BE49-F238E27FC236}">
                <a16:creationId xmlns:a16="http://schemas.microsoft.com/office/drawing/2014/main" id="{600410E0-8AC9-42C6-A273-2373688C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8002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ss-label-s14-2">
            <a:extLst xmlns:a="http://schemas.openxmlformats.org/drawingml/2006/main">
              <a:ext uri="{FF2B5EF4-FFF2-40B4-BE49-F238E27FC236}">
                <a16:creationId xmlns:a16="http://schemas.microsoft.com/office/drawing/2014/main" id="{AB06E43F-6150-4910-9446-67DDB78E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66888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1E7A46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1E7A46"/>
                </a:solidFill>
                <a:latin typeface="Noto Sans KR"/>
                <a:ea typeface="Noto Sans KR"/>
                <a:cs typeface="Noto Sans KR"/>
              </a:rPr>
              <a:t>PASS</a:t>
            </a:r>
          </a:p>
        </p:txBody>
      </p:sp>
      <p:sp>
        <p:nvSpPr>
          <p:cNvPr id="6" name="pass-mask-s14-3">
            <a:extLst xmlns:a="http://schemas.openxmlformats.org/drawingml/2006/main">
              <a:ext uri="{FF2B5EF4-FFF2-40B4-BE49-F238E27FC236}">
                <a16:creationId xmlns:a16="http://schemas.microsoft.com/office/drawing/2014/main" id="{F1ABF530-FE69-46A7-B34A-4FC50A6C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050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ss-label-s14-3">
            <a:extLst xmlns:a="http://schemas.openxmlformats.org/drawingml/2006/main">
              <a:ext uri="{FF2B5EF4-FFF2-40B4-BE49-F238E27FC236}">
                <a16:creationId xmlns:a16="http://schemas.microsoft.com/office/drawing/2014/main" id="{9C7C0F58-26C9-4E4A-8AAF-E5F5A3C5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71688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1E7A46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1E7A46"/>
                </a:solidFill>
                <a:latin typeface="Noto Sans KR"/>
                <a:ea typeface="Noto Sans KR"/>
                <a:cs typeface="Noto Sans KR"/>
              </a:rPr>
              <a:t>PASS</a:t>
            </a:r>
          </a:p>
        </p:txBody>
      </p:sp>
      <p:sp>
        <p:nvSpPr>
          <p:cNvPr id="8" name="pass-mask-s14-4">
            <a:extLst xmlns:a="http://schemas.openxmlformats.org/drawingml/2006/main">
              <a:ext uri="{FF2B5EF4-FFF2-40B4-BE49-F238E27FC236}">
                <a16:creationId xmlns:a16="http://schemas.microsoft.com/office/drawing/2014/main" id="{E876A27E-4570-4575-95B1-DA3CCCD0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098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ss-label-s14-4">
            <a:extLst xmlns:a="http://schemas.openxmlformats.org/drawingml/2006/main">
              <a:ext uri="{FF2B5EF4-FFF2-40B4-BE49-F238E27FC236}">
                <a16:creationId xmlns:a16="http://schemas.microsoft.com/office/drawing/2014/main" id="{AE9962D7-792F-4D11-9944-8827E34C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76488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1E7A46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1E7A46"/>
                </a:solidFill>
                <a:latin typeface="Noto Sans KR"/>
                <a:ea typeface="Noto Sans KR"/>
                <a:cs typeface="Noto Sans KR"/>
              </a:rPr>
              <a:t>PASS</a:t>
            </a:r>
          </a:p>
        </p:txBody>
      </p:sp>
      <p:sp>
        <p:nvSpPr>
          <p:cNvPr id="10" name="pass-mask-s14-5">
            <a:extLst xmlns:a="http://schemas.openxmlformats.org/drawingml/2006/main">
              <a:ext uri="{FF2B5EF4-FFF2-40B4-BE49-F238E27FC236}">
                <a16:creationId xmlns:a16="http://schemas.microsoft.com/office/drawing/2014/main" id="{81822F19-AAF4-4FC7-8379-7E7EBCA5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146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ss-label-s14-5">
            <a:extLst xmlns:a="http://schemas.openxmlformats.org/drawingml/2006/main">
              <a:ext uri="{FF2B5EF4-FFF2-40B4-BE49-F238E27FC236}">
                <a16:creationId xmlns:a16="http://schemas.microsoft.com/office/drawing/2014/main" id="{A259254B-6779-47C1-8E4A-1A2FD30B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81288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1E7A46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1E7A46"/>
                </a:solidFill>
                <a:latin typeface="Noto Sans KR"/>
                <a:ea typeface="Noto Sans KR"/>
                <a:cs typeface="Noto Sans KR"/>
              </a:rPr>
              <a:t>PASS</a:t>
            </a:r>
          </a:p>
        </p:txBody>
      </p:sp>
      <p:sp>
        <p:nvSpPr>
          <p:cNvPr id="12" name="pass-mask-s14-6">
            <a:extLst xmlns:a="http://schemas.openxmlformats.org/drawingml/2006/main">
              <a:ext uri="{FF2B5EF4-FFF2-40B4-BE49-F238E27FC236}">
                <a16:creationId xmlns:a16="http://schemas.microsoft.com/office/drawing/2014/main" id="{47B59758-30DF-4732-88ED-D523923F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194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ss-label-s14-6">
            <a:extLst xmlns:a="http://schemas.openxmlformats.org/drawingml/2006/main">
              <a:ext uri="{FF2B5EF4-FFF2-40B4-BE49-F238E27FC236}">
                <a16:creationId xmlns:a16="http://schemas.microsoft.com/office/drawing/2014/main" id="{0D909E22-FB6F-4215-A46E-182D9728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86088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1E7A46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1E7A46"/>
                </a:solidFill>
                <a:latin typeface="Noto Sans KR"/>
                <a:ea typeface="Noto Sans KR"/>
                <a:cs typeface="Noto Sans KR"/>
              </a:rPr>
              <a:t>PASS</a:t>
            </a:r>
          </a:p>
        </p:txBody>
      </p:sp>
    </p:spTree>
    <p:extLst>
      <p:ext uri="{BB962C8B-B14F-4D97-AF65-F5344CB8AC3E}">
        <p14:creationId xmlns:p14="http://schemas.microsoft.com/office/powerpoint/2010/main" val="16203343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c20f05ea348e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708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a3899a134416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tep-number-1-mask-s16">
            <a:extLst xmlns:a="http://schemas.openxmlformats.org/drawingml/2006/main">
              <a:ext uri="{FF2B5EF4-FFF2-40B4-BE49-F238E27FC236}">
                <a16:creationId xmlns:a16="http://schemas.microsoft.com/office/drawing/2014/main" id="{463693C6-B041-4E4D-A229-1713B7A0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28140"/>
            <a:ext cx="96520" cy="11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ep-number-1-label-s16">
            <a:extLst xmlns:a="http://schemas.openxmlformats.org/drawingml/2006/main">
              <a:ext uri="{FF2B5EF4-FFF2-40B4-BE49-F238E27FC236}">
                <a16:creationId xmlns:a16="http://schemas.microsoft.com/office/drawing/2014/main" id="{54CDBE79-8DA0-4E5D-B6F1-9B9FA5B5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" y="1580198"/>
            <a:ext cx="20828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6E6E7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6E6E73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4" name="step-number-2-mask-s16">
            <a:extLst xmlns:a="http://schemas.openxmlformats.org/drawingml/2006/main">
              <a:ext uri="{FF2B5EF4-FFF2-40B4-BE49-F238E27FC236}">
                <a16:creationId xmlns:a16="http://schemas.microsoft.com/office/drawing/2014/main" id="{3CD42F95-0755-41CB-897B-AE82FC59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628140"/>
            <a:ext cx="96520" cy="11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-number-2-label-s16">
            <a:extLst xmlns:a="http://schemas.openxmlformats.org/drawingml/2006/main">
              <a:ext uri="{FF2B5EF4-FFF2-40B4-BE49-F238E27FC236}">
                <a16:creationId xmlns:a16="http://schemas.microsoft.com/office/drawing/2014/main" id="{F245ECAE-47E6-446B-BFD7-AD35D77B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1580198"/>
            <a:ext cx="2032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6E6E7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6E6E73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6" name="step-number-3-mask-s16">
            <a:extLst xmlns:a="http://schemas.openxmlformats.org/drawingml/2006/main">
              <a:ext uri="{FF2B5EF4-FFF2-40B4-BE49-F238E27FC236}">
                <a16:creationId xmlns:a16="http://schemas.microsoft.com/office/drawing/2014/main" id="{F9672C8F-4020-41BB-AFC1-707340F9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28140"/>
            <a:ext cx="96520" cy="11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number-3-label-s16">
            <a:extLst xmlns:a="http://schemas.openxmlformats.org/drawingml/2006/main">
              <a:ext uri="{FF2B5EF4-FFF2-40B4-BE49-F238E27FC236}">
                <a16:creationId xmlns:a16="http://schemas.microsoft.com/office/drawing/2014/main" id="{EB54DC87-0AAB-47A3-9426-2C49BFF3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8120" y="1580198"/>
            <a:ext cx="20828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6E6E7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6E6E73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8" name="step-number-4-mask-s16">
            <a:extLst xmlns:a="http://schemas.openxmlformats.org/drawingml/2006/main">
              <a:ext uri="{FF2B5EF4-FFF2-40B4-BE49-F238E27FC236}">
                <a16:creationId xmlns:a16="http://schemas.microsoft.com/office/drawing/2014/main" id="{2F3288BD-B778-4809-81BC-7CFBD8CA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28140"/>
            <a:ext cx="96520" cy="11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number-4-label-s16">
            <a:extLst xmlns:a="http://schemas.openxmlformats.org/drawingml/2006/main">
              <a:ext uri="{FF2B5EF4-FFF2-40B4-BE49-F238E27FC236}">
                <a16:creationId xmlns:a16="http://schemas.microsoft.com/office/drawing/2014/main" id="{5BD8B9E1-7F4D-4CF7-82F8-D69224F9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560" y="1580198"/>
            <a:ext cx="2032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6E6E7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6E6E73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0" name="step-number-5-mask-s16">
            <a:extLst xmlns:a="http://schemas.openxmlformats.org/drawingml/2006/main">
              <a:ext uri="{FF2B5EF4-FFF2-40B4-BE49-F238E27FC236}">
                <a16:creationId xmlns:a16="http://schemas.microsoft.com/office/drawing/2014/main" id="{893AEE01-661F-413F-8489-4DAB8EC0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628140"/>
            <a:ext cx="96520" cy="11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number-5-label-s16">
            <a:extLst xmlns:a="http://schemas.openxmlformats.org/drawingml/2006/main">
              <a:ext uri="{FF2B5EF4-FFF2-40B4-BE49-F238E27FC236}">
                <a16:creationId xmlns:a16="http://schemas.microsoft.com/office/drawing/2014/main" id="{E3AF02D8-09B8-453F-964B-33916390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3920" y="1580198"/>
            <a:ext cx="20828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6E6E7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6E6E73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412088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99580fe9e4d8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8995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636a4b9704c5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73186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4434e8bb4f49d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ersona-1-mask-s19">
            <a:extLst xmlns:a="http://schemas.openxmlformats.org/drawingml/2006/main">
              <a:ext uri="{FF2B5EF4-FFF2-40B4-BE49-F238E27FC236}">
                <a16:creationId xmlns:a16="http://schemas.microsoft.com/office/drawing/2014/main" id="{595F66C9-A504-45C0-9690-022492D6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840" y="2814320"/>
            <a:ext cx="18796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ersona-1-label-s19">
            <a:extLst xmlns:a="http://schemas.openxmlformats.org/drawingml/2006/main">
              <a:ext uri="{FF2B5EF4-FFF2-40B4-BE49-F238E27FC236}">
                <a16:creationId xmlns:a16="http://schemas.microsoft.com/office/drawing/2014/main" id="{7C094F7F-A994-479B-9B7C-10BA2681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" y="2779078"/>
            <a:ext cx="340360" cy="18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B34700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B34700"/>
                </a:solidFill>
                <a:latin typeface="Noto Sans KR"/>
                <a:ea typeface="Noto Sans KR"/>
                <a:cs typeface="Noto Sans KR"/>
              </a:rPr>
              <a:t>P1</a:t>
            </a:r>
          </a:p>
        </p:txBody>
      </p:sp>
      <p:sp>
        <p:nvSpPr>
          <p:cNvPr id="4" name="persona-2-mask-s19">
            <a:extLst xmlns:a="http://schemas.openxmlformats.org/drawingml/2006/main">
              <a:ext uri="{FF2B5EF4-FFF2-40B4-BE49-F238E27FC236}">
                <a16:creationId xmlns:a16="http://schemas.microsoft.com/office/drawing/2014/main" id="{55EEFFFB-AC64-4EB7-8450-B0B441E6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640" y="2814320"/>
            <a:ext cx="18796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ersona-2-label-s19">
            <a:extLst xmlns:a="http://schemas.openxmlformats.org/drawingml/2006/main">
              <a:ext uri="{FF2B5EF4-FFF2-40B4-BE49-F238E27FC236}">
                <a16:creationId xmlns:a16="http://schemas.microsoft.com/office/drawing/2014/main" id="{42BC5D97-5FB5-49A2-8925-7D5F0A7B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440" y="2779078"/>
            <a:ext cx="340360" cy="18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6E6E7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6E6E73"/>
                </a:solidFill>
                <a:latin typeface="Noto Sans KR"/>
                <a:ea typeface="Noto Sans KR"/>
                <a:cs typeface="Noto Sans KR"/>
              </a:rPr>
              <a:t>P2</a:t>
            </a:r>
          </a:p>
        </p:txBody>
      </p:sp>
      <p:sp>
        <p:nvSpPr>
          <p:cNvPr id="6" name="persona-3-mask-s19">
            <a:extLst xmlns:a="http://schemas.openxmlformats.org/drawingml/2006/main">
              <a:ext uri="{FF2B5EF4-FFF2-40B4-BE49-F238E27FC236}">
                <a16:creationId xmlns:a16="http://schemas.microsoft.com/office/drawing/2014/main" id="{1CE93891-9570-49B9-B299-DDD4C0E0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6440" y="2814320"/>
            <a:ext cx="18796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ersona-3-label-s19">
            <a:extLst xmlns:a="http://schemas.openxmlformats.org/drawingml/2006/main">
              <a:ext uri="{FF2B5EF4-FFF2-40B4-BE49-F238E27FC236}">
                <a16:creationId xmlns:a16="http://schemas.microsoft.com/office/drawing/2014/main" id="{D98B2072-E603-4915-848A-A5FBCFE3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240" y="2779078"/>
            <a:ext cx="340360" cy="18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6E6E7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6E6E73"/>
                </a:solidFill>
                <a:latin typeface="Noto Sans KR"/>
                <a:ea typeface="Noto Sans KR"/>
                <a:cs typeface="Noto Sans KR"/>
              </a:rPr>
              <a:t>P3</a:t>
            </a:r>
          </a:p>
        </p:txBody>
      </p:sp>
    </p:spTree>
    <p:extLst>
      <p:ext uri="{BB962C8B-B14F-4D97-AF65-F5344CB8AC3E}">
        <p14:creationId xmlns:p14="http://schemas.microsoft.com/office/powerpoint/2010/main" val="8708300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a03dafb53432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journey-stage-1-mask-s20">
            <a:extLst xmlns:a="http://schemas.openxmlformats.org/drawingml/2006/main">
              <a:ext uri="{FF2B5EF4-FFF2-40B4-BE49-F238E27FC236}">
                <a16:creationId xmlns:a16="http://schemas.microsoft.com/office/drawing/2014/main" id="{1465648F-80A3-42D5-91FF-8A3BC7B6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160" y="1397000"/>
            <a:ext cx="6197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journey-stage-1-label-s20">
            <a:extLst xmlns:a="http://schemas.openxmlformats.org/drawingml/2006/main">
              <a:ext uri="{FF2B5EF4-FFF2-40B4-BE49-F238E27FC236}">
                <a16:creationId xmlns:a16="http://schemas.microsoft.com/office/drawing/2014/main" id="{0137E783-8B72-41ED-9858-46A4C452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0958"/>
            <a:ext cx="17119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B34700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B34700"/>
                </a:solidFill>
                <a:latin typeface="Noto Sans KR"/>
                <a:ea typeface="Noto Sans KR"/>
                <a:cs typeface="Noto Sans KR"/>
              </a:rPr>
              <a:t>키워드 정하기</a:t>
            </a:r>
          </a:p>
        </p:txBody>
      </p:sp>
      <p:sp>
        <p:nvSpPr>
          <p:cNvPr id="4" name="journey-stage-2-mask-s20">
            <a:extLst xmlns:a="http://schemas.openxmlformats.org/drawingml/2006/main">
              <a:ext uri="{FF2B5EF4-FFF2-40B4-BE49-F238E27FC236}">
                <a16:creationId xmlns:a16="http://schemas.microsoft.com/office/drawing/2014/main" id="{AD9F4869-BD69-42F1-BB62-AE70B28C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680" y="1397000"/>
            <a:ext cx="52832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journey-stage-2-label-s20">
            <a:extLst xmlns:a="http://schemas.openxmlformats.org/drawingml/2006/main">
              <a:ext uri="{FF2B5EF4-FFF2-40B4-BE49-F238E27FC236}">
                <a16:creationId xmlns:a16="http://schemas.microsoft.com/office/drawing/2014/main" id="{7CEB4182-A5B2-46A6-B9BB-B301CC33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310958"/>
            <a:ext cx="17119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B42318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B42318"/>
                </a:solidFill>
                <a:latin typeface="Noto Sans KR"/>
                <a:ea typeface="Noto Sans KR"/>
                <a:cs typeface="Noto Sans KR"/>
              </a:rPr>
              <a:t>채널별 조회</a:t>
            </a:r>
          </a:p>
        </p:txBody>
      </p:sp>
      <p:sp>
        <p:nvSpPr>
          <p:cNvPr id="6" name="journey-stage-3-mask-s20">
            <a:extLst xmlns:a="http://schemas.openxmlformats.org/drawingml/2006/main">
              <a:ext uri="{FF2B5EF4-FFF2-40B4-BE49-F238E27FC236}">
                <a16:creationId xmlns:a16="http://schemas.microsoft.com/office/drawing/2014/main" id="{F39A2A2D-89FD-4DF7-96D3-0200652D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1397000"/>
            <a:ext cx="43180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journey-stage-3-label-s20">
            <a:extLst xmlns:a="http://schemas.openxmlformats.org/drawingml/2006/main">
              <a:ext uri="{FF2B5EF4-FFF2-40B4-BE49-F238E27FC236}">
                <a16:creationId xmlns:a16="http://schemas.microsoft.com/office/drawing/2014/main" id="{44E21386-EEEC-4244-A4BB-EE7D0247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310958"/>
            <a:ext cx="17119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B34700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B34700"/>
                </a:solidFill>
                <a:latin typeface="Noto Sans KR"/>
                <a:ea typeface="Noto Sans KR"/>
                <a:cs typeface="Noto Sans KR"/>
              </a:rPr>
              <a:t>결과 읽기</a:t>
            </a:r>
          </a:p>
        </p:txBody>
      </p:sp>
      <p:sp>
        <p:nvSpPr>
          <p:cNvPr id="8" name="journey-stage-4-mask-s20">
            <a:extLst xmlns:a="http://schemas.openxmlformats.org/drawingml/2006/main">
              <a:ext uri="{FF2B5EF4-FFF2-40B4-BE49-F238E27FC236}">
                <a16:creationId xmlns:a16="http://schemas.microsoft.com/office/drawing/2014/main" id="{6B8AF955-6F03-4BA5-BF10-AE46B9DB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320" y="1397000"/>
            <a:ext cx="40132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journey-stage-4-label-s20">
            <a:extLst xmlns:a="http://schemas.openxmlformats.org/drawingml/2006/main">
              <a:ext uri="{FF2B5EF4-FFF2-40B4-BE49-F238E27FC236}">
                <a16:creationId xmlns:a16="http://schemas.microsoft.com/office/drawing/2014/main" id="{E28438F5-A5A4-4F13-99FE-18E068DB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10958"/>
            <a:ext cx="17119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B34700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B34700"/>
                </a:solidFill>
                <a:latin typeface="Noto Sans KR"/>
                <a:ea typeface="Noto Sans KR"/>
                <a:cs typeface="Noto Sans KR"/>
              </a:rPr>
              <a:t>내보내기</a:t>
            </a:r>
          </a:p>
        </p:txBody>
      </p:sp>
      <p:sp>
        <p:nvSpPr>
          <p:cNvPr id="10" name="journey-stage-5-mask-s20">
            <a:extLst xmlns:a="http://schemas.openxmlformats.org/drawingml/2006/main">
              <a:ext uri="{FF2B5EF4-FFF2-40B4-BE49-F238E27FC236}">
                <a16:creationId xmlns:a16="http://schemas.microsoft.com/office/drawing/2014/main" id="{F4961A8B-D61E-4720-A355-26320B24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8360" y="1397000"/>
            <a:ext cx="61976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journey-stage-5-label-s20">
            <a:extLst xmlns:a="http://schemas.openxmlformats.org/drawingml/2006/main">
              <a:ext uri="{FF2B5EF4-FFF2-40B4-BE49-F238E27FC236}">
                <a16:creationId xmlns:a16="http://schemas.microsoft.com/office/drawing/2014/main" id="{7ED73313-8191-4BAC-BB7E-A1E768FE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10958"/>
            <a:ext cx="17119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B42318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B42318"/>
                </a:solidFill>
                <a:latin typeface="Noto Sans KR"/>
                <a:ea typeface="Noto Sans KR"/>
                <a:cs typeface="Noto Sans KR"/>
              </a:rPr>
              <a:t>보고서 만들기</a:t>
            </a:r>
          </a:p>
        </p:txBody>
      </p:sp>
      <p:sp>
        <p:nvSpPr>
          <p:cNvPr id="12" name="journey-stage-6-mask-s20">
            <a:extLst xmlns:a="http://schemas.openxmlformats.org/drawingml/2006/main">
              <a:ext uri="{FF2B5EF4-FFF2-40B4-BE49-F238E27FC236}">
                <a16:creationId xmlns:a16="http://schemas.microsoft.com/office/drawing/2014/main" id="{B55D7F7A-EB1C-4994-B47A-BEA982AF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6360" y="1397000"/>
            <a:ext cx="731520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journey-stage-6-label-s20">
            <a:extLst xmlns:a="http://schemas.openxmlformats.org/drawingml/2006/main">
              <a:ext uri="{FF2B5EF4-FFF2-40B4-BE49-F238E27FC236}">
                <a16:creationId xmlns:a16="http://schemas.microsoft.com/office/drawing/2014/main" id="{9B05405F-84C5-4221-BF97-EFBA3E3C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310958"/>
            <a:ext cx="17119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B42318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B42318"/>
                </a:solidFill>
                <a:latin typeface="Noto Sans KR"/>
                <a:ea typeface="Noto Sans KR"/>
                <a:cs typeface="Noto Sans KR"/>
              </a:rPr>
              <a:t>실행 · 성과 확인</a:t>
            </a:r>
          </a:p>
        </p:txBody>
      </p:sp>
    </p:spTree>
    <p:extLst>
      <p:ext uri="{BB962C8B-B14F-4D97-AF65-F5344CB8AC3E}">
        <p14:creationId xmlns:p14="http://schemas.microsoft.com/office/powerpoint/2010/main" val="173607255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511cadbf944a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6207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fd0d8870f43b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0253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2026-08-27T18:28:37.3590000Z</dcterms:created>
  <dcterms:modified xsi:type="dcterms:W3CDTF">2026-08-27T18:28:37.3600000Z</dcterms:modified>
</coreProperties>
</file>