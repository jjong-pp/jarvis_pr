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ac2f51b1d54946" /><Relationship Type="http://schemas.openxmlformats.org/officeDocument/2006/relationships/extended-properties" Target="/docProps/app.xml" Id="Rcbfd2e41feab4bc7" /><Relationship Type="http://schemas.openxmlformats.org/officeDocument/2006/relationships/officeDocument" Target="/ppt/presentation.xml" Id="R68bd02a1ac0d41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3bbd80d8a54ab9"/>
  </p:sldMasterIdLst>
  <p:notesMasterIdLst>
    <p:notesMasterId xmlns:r="http://schemas.openxmlformats.org/officeDocument/2006/relationships" r:id="R7bfcd479e3af420c"/>
  </p:notesMasterIdLst>
  <p:sldIdLst>
    <p:sldId xmlns:r="http://schemas.openxmlformats.org/officeDocument/2006/relationships" id="256" r:id="Re94e9f6838c14614"/>
    <p:sldId xmlns:r="http://schemas.openxmlformats.org/officeDocument/2006/relationships" id="257" r:id="Re0ab9131efcb428f"/>
    <p:sldId xmlns:r="http://schemas.openxmlformats.org/officeDocument/2006/relationships" id="258" r:id="R099c576bac70485a"/>
    <p:sldId xmlns:r="http://schemas.openxmlformats.org/officeDocument/2006/relationships" id="259" r:id="R5614167d487446c0"/>
    <p:sldId xmlns:r="http://schemas.openxmlformats.org/officeDocument/2006/relationships" id="260" r:id="R6353a8b3c1644550"/>
    <p:sldId xmlns:r="http://schemas.openxmlformats.org/officeDocument/2006/relationships" id="261" r:id="R0dcbeaeab6984663"/>
    <p:sldId xmlns:r="http://schemas.openxmlformats.org/officeDocument/2006/relationships" id="262" r:id="R799f98c6397e41a2"/>
    <p:sldId xmlns:r="http://schemas.openxmlformats.org/officeDocument/2006/relationships" id="263" r:id="Re46275fb4ccf4c78"/>
    <p:sldId xmlns:r="http://schemas.openxmlformats.org/officeDocument/2006/relationships" id="264" r:id="R889c6096b4d64c98"/>
    <p:sldId xmlns:r="http://schemas.openxmlformats.org/officeDocument/2006/relationships" id="265" r:id="R536b7cb1b0fe4b66"/>
    <p:sldId xmlns:r="http://schemas.openxmlformats.org/officeDocument/2006/relationships" id="266" r:id="R3c931c22abc84eaa"/>
    <p:sldId xmlns:r="http://schemas.openxmlformats.org/officeDocument/2006/relationships" id="267" r:id="R608693e1fb9341b5"/>
    <p:sldId xmlns:r="http://schemas.openxmlformats.org/officeDocument/2006/relationships" id="268" r:id="Rc21e5e8bc40440c3"/>
    <p:sldId xmlns:r="http://schemas.openxmlformats.org/officeDocument/2006/relationships" id="269" r:id="R67cd349eacab4eb8"/>
    <p:sldId xmlns:r="http://schemas.openxmlformats.org/officeDocument/2006/relationships" id="270" r:id="R5f2abdce8f1a4d31"/>
    <p:sldId xmlns:r="http://schemas.openxmlformats.org/officeDocument/2006/relationships" id="271" r:id="Rfa72fdddb21748b0"/>
    <p:sldId xmlns:r="http://schemas.openxmlformats.org/officeDocument/2006/relationships" id="272" r:id="R90a83a90043d459a"/>
    <p:sldId xmlns:r="http://schemas.openxmlformats.org/officeDocument/2006/relationships" id="273" r:id="R41dd707ca0b14427"/>
    <p:sldId xmlns:r="http://schemas.openxmlformats.org/officeDocument/2006/relationships" id="274" r:id="Re0abb8db5a724580"/>
    <p:sldId xmlns:r="http://schemas.openxmlformats.org/officeDocument/2006/relationships" id="275" r:id="R1e0b925c299140e3"/>
    <p:sldId xmlns:r="http://schemas.openxmlformats.org/officeDocument/2006/relationships" id="276" r:id="R17a7b1efffe8478f"/>
    <p:sldId xmlns:r="http://schemas.openxmlformats.org/officeDocument/2006/relationships" id="277" r:id="Rb3374d07421946e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7dd461233d4432" /><Relationship Type="http://schemas.openxmlformats.org/officeDocument/2006/relationships/slideMaster" Target="/ppt/slideMasters/slideMaster1.xml" Id="R2c3bbd80d8a54ab9" /><Relationship Type="http://schemas.openxmlformats.org/officeDocument/2006/relationships/notesMaster" Target="/ppt/notesMasters/notesMaster1.xml" Id="R7bfcd479e3af420c" /><Relationship Type="http://schemas.openxmlformats.org/officeDocument/2006/relationships/presProps" Target="/ppt/presProps.xml" Id="Rdcdfb4292690483c" /><Relationship Type="http://schemas.openxmlformats.org/officeDocument/2006/relationships/tableStyles" Target="/ppt/tableStyles.xml" Id="R50e76699fa514a99" /><Relationship Type="http://schemas.openxmlformats.org/officeDocument/2006/relationships/slide" Target="/ppt/slides/slide1.xml" Id="Re94e9f6838c14614" /><Relationship Type="http://schemas.openxmlformats.org/officeDocument/2006/relationships/slide" Target="/ppt/slides/slide2.xml" Id="Re0ab9131efcb428f" /><Relationship Type="http://schemas.openxmlformats.org/officeDocument/2006/relationships/slide" Target="/ppt/slides/slide3.xml" Id="R099c576bac70485a" /><Relationship Type="http://schemas.openxmlformats.org/officeDocument/2006/relationships/slide" Target="/ppt/slides/slide4.xml" Id="R5614167d487446c0" /><Relationship Type="http://schemas.openxmlformats.org/officeDocument/2006/relationships/slide" Target="/ppt/slides/slide5.xml" Id="R6353a8b3c1644550" /><Relationship Type="http://schemas.openxmlformats.org/officeDocument/2006/relationships/slide" Target="/ppt/slides/slide6.xml" Id="R0dcbeaeab6984663" /><Relationship Type="http://schemas.openxmlformats.org/officeDocument/2006/relationships/slide" Target="/ppt/slides/slide7.xml" Id="R799f98c6397e41a2" /><Relationship Type="http://schemas.openxmlformats.org/officeDocument/2006/relationships/slide" Target="/ppt/slides/slide8.xml" Id="Re46275fb4ccf4c78" /><Relationship Type="http://schemas.openxmlformats.org/officeDocument/2006/relationships/slide" Target="/ppt/slides/slide9.xml" Id="R889c6096b4d64c98" /><Relationship Type="http://schemas.openxmlformats.org/officeDocument/2006/relationships/slide" Target="/ppt/slides/slide10.xml" Id="R536b7cb1b0fe4b66" /><Relationship Type="http://schemas.openxmlformats.org/officeDocument/2006/relationships/slide" Target="/ppt/slides/slide11.xml" Id="R3c931c22abc84eaa" /><Relationship Type="http://schemas.openxmlformats.org/officeDocument/2006/relationships/slide" Target="/ppt/slides/slide12.xml" Id="R608693e1fb9341b5" /><Relationship Type="http://schemas.openxmlformats.org/officeDocument/2006/relationships/slide" Target="/ppt/slides/slide13.xml" Id="Rc21e5e8bc40440c3" /><Relationship Type="http://schemas.openxmlformats.org/officeDocument/2006/relationships/slide" Target="/ppt/slides/slide14.xml" Id="R67cd349eacab4eb8" /><Relationship Type="http://schemas.openxmlformats.org/officeDocument/2006/relationships/slide" Target="/ppt/slides/slide15.xml" Id="R5f2abdce8f1a4d31" /><Relationship Type="http://schemas.openxmlformats.org/officeDocument/2006/relationships/slide" Target="/ppt/slides/slide16.xml" Id="Rfa72fdddb21748b0" /><Relationship Type="http://schemas.openxmlformats.org/officeDocument/2006/relationships/slide" Target="/ppt/slides/slide17.xml" Id="R90a83a90043d459a" /><Relationship Type="http://schemas.openxmlformats.org/officeDocument/2006/relationships/slide" Target="/ppt/slides/slide18.xml" Id="R41dd707ca0b14427" /><Relationship Type="http://schemas.openxmlformats.org/officeDocument/2006/relationships/slide" Target="/ppt/slides/slide19.xml" Id="Re0abb8db5a724580" /><Relationship Type="http://schemas.openxmlformats.org/officeDocument/2006/relationships/slide" Target="/ppt/slides/slide20.xml" Id="R1e0b925c299140e3" /><Relationship Type="http://schemas.openxmlformats.org/officeDocument/2006/relationships/slide" Target="/ppt/slides/slide21.xml" Id="R17a7b1efffe8478f" /><Relationship Type="http://schemas.openxmlformats.org/officeDocument/2006/relationships/slide" Target="/ppt/slides/slide22.xml" Id="Rb3374d07421946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60a91707f04b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0c364d5781482a" /><Relationship Type="http://schemas.openxmlformats.org/officeDocument/2006/relationships/notesMaster" Target="/ppt/notesMasters/notesMaster1.xml" Id="R35c5ff333c9f47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32d308d9b64aa8" /><Relationship Type="http://schemas.openxmlformats.org/officeDocument/2006/relationships/notesMaster" Target="/ppt/notesMasters/notesMaster1.xml" Id="R71e7a8bdf9584e8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b588ed180d4c59" /><Relationship Type="http://schemas.openxmlformats.org/officeDocument/2006/relationships/notesMaster" Target="/ppt/notesMasters/notesMaster1.xml" Id="R50704a47c6b34c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0d20dcb2b64fd4" /><Relationship Type="http://schemas.openxmlformats.org/officeDocument/2006/relationships/notesMaster" Target="/ppt/notesMasters/notesMaster1.xml" Id="R7f3da988b00b413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e57a7035e644df9" /><Relationship Type="http://schemas.openxmlformats.org/officeDocument/2006/relationships/notesMaster" Target="/ppt/notesMasters/notesMaster1.xml" Id="R2edcb49f180048b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4b9104f430425e" /><Relationship Type="http://schemas.openxmlformats.org/officeDocument/2006/relationships/notesMaster" Target="/ppt/notesMasters/notesMaster1.xml" Id="Rccac975c865a4b2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36d1bea4a754459" /><Relationship Type="http://schemas.openxmlformats.org/officeDocument/2006/relationships/notesMaster" Target="/ppt/notesMasters/notesMaster1.xml" Id="R9257fdfc47d7489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ae1f0d6eed54a79" /><Relationship Type="http://schemas.openxmlformats.org/officeDocument/2006/relationships/notesMaster" Target="/ppt/notesMasters/notesMaster1.xml" Id="R77e7c407eefe46f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25b2de82ca9463c" /><Relationship Type="http://schemas.openxmlformats.org/officeDocument/2006/relationships/notesMaster" Target="/ppt/notesMasters/notesMaster1.xml" Id="R5f27c0e505bf46c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c9fb8ab82dd4cb2" /><Relationship Type="http://schemas.openxmlformats.org/officeDocument/2006/relationships/notesMaster" Target="/ppt/notesMasters/notesMaster1.xml" Id="Ra7630d6542134a0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a4a07dcb47c4e38" /><Relationship Type="http://schemas.openxmlformats.org/officeDocument/2006/relationships/notesMaster" Target="/ppt/notesMasters/notesMaster1.xml" Id="R71155b537dc94e8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cac04caa54a4215" /><Relationship Type="http://schemas.openxmlformats.org/officeDocument/2006/relationships/notesMaster" Target="/ppt/notesMasters/notesMaster1.xml" Id="R7dafb102c5fd465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5b04e7f0066431c" /><Relationship Type="http://schemas.openxmlformats.org/officeDocument/2006/relationships/notesMaster" Target="/ppt/notesMasters/notesMaster1.xml" Id="R08440f28156a4c2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fb43b7261884271" /><Relationship Type="http://schemas.openxmlformats.org/officeDocument/2006/relationships/notesMaster" Target="/ppt/notesMasters/notesMaster1.xml" Id="R208fe969b0a446d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a45dacf07984ba8" /><Relationship Type="http://schemas.openxmlformats.org/officeDocument/2006/relationships/notesMaster" Target="/ppt/notesMasters/notesMaster1.xml" Id="R4b1d60ad34a241b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acf1d6bac034914" /><Relationship Type="http://schemas.openxmlformats.org/officeDocument/2006/relationships/notesMaster" Target="/ppt/notesMasters/notesMaster1.xml" Id="R372a759aecfa461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8ce3bc4d46d400f" /><Relationship Type="http://schemas.openxmlformats.org/officeDocument/2006/relationships/notesMaster" Target="/ppt/notesMasters/notesMaster1.xml" Id="R61978c6d860d4fd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c435df7f6e14c5a" /><Relationship Type="http://schemas.openxmlformats.org/officeDocument/2006/relationships/notesMaster" Target="/ppt/notesMasters/notesMaster1.xml" Id="R7bdbc52b21f54ca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d066b9ebffc46fb" /><Relationship Type="http://schemas.openxmlformats.org/officeDocument/2006/relationships/notesMaster" Target="/ppt/notesMasters/notesMaster1.xml" Id="Red4ff8ac118547e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c7bea7e6c8a4194" /><Relationship Type="http://schemas.openxmlformats.org/officeDocument/2006/relationships/notesMaster" Target="/ppt/notesMasters/notesMaster1.xml" Id="Rf2f9ccbd9700472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5430910b8344602" /><Relationship Type="http://schemas.openxmlformats.org/officeDocument/2006/relationships/notesMaster" Target="/ppt/notesMasters/notesMaster1.xml" Id="R792f4c0e7b134ff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17843804b474d2c" /><Relationship Type="http://schemas.openxmlformats.org/officeDocument/2006/relationships/notesMaster" Target="/ppt/notesMasters/notesMaster1.xml" Id="R473ab2763df347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C:/MyMain/main/resume/박종혁_PM_포트폴리오.pdf, page 1, user-provided source, accessed 2026-08-28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C:/MyMain/main/resume/박종혁_PM_포트폴리오.pdf, page 2, user-provided source, accessed 2026-08-28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C:/MyMain/main/resume/박종혁_PM_포트폴리오.pdf, page 3, user-provided source, accessed 2026-08-28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C:/MyMain/main/resume/박종혁_PM_포트폴리오.pdf, page 4, user-provided source, accessed 2026-08-28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C:/MyMain/main/resume/박종혁_PM_포트폴리오.pdf, page 5, user-provided source, accessed 2026-08-28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C:/MyMain/main/resume/박종혁_PM_포트폴리오.pdf, page 6, user-provided source, accessed 2026-08-28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C:/MyMain/main/resume/박종혁_PM_포트폴리오.pdf, page 7, user-provided source, accessed 2026-08-28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C:/MyMain/main/resume/박종혁_PM_포트폴리오.pdf, page 8, user-provided source, accessed 2026-08-28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C:/MyMain/main/resume/박종혁_PM_포트폴리오.pdf, page 9, user-provided source, accessed 2026-08-28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C:/MyMain/main/resume/박종혁_PM_포트폴리오.pdf, page 10, user-provided source, accessed 2026-08-28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C:/MyMain/main/resume/박종혁_PM_포트폴리오.pdf, page 11, user-provided source, accessed 2026-08-28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C:/MyMain/main/resume/박종혁_PM_포트폴리오.pdf, page 12, user-provided source, accessed 2026-08-28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C:/MyMain/main/resume/박종혁_PM_포트폴리오.pdf, page 13, user-provided source, accessed 2026-08-28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C:/MyMain/main/resume/박종혁_PM_포트폴리오.pdf, page 14, user-provided source, accessed 2026-08-28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C:/MyMain/main/resume/박종혁_PM_포트폴리오.pdf, page 15, user-provided source, accessed 2026-08-28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C:/MyMain/main/resume/박종혁_PM_포트폴리오.pdf, page 16, user-provided source, accessed 2026-08-28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C:/MyMain/main/resume/박종혁_PM_포트폴리오.pdf, page 17, user-provided source, accessed 2026-08-28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C:/MyMain/main/resume/박종혁_PM_포트폴리오.pdf, page 18, user-provided source, accessed 2026-08-28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C:/MyMain/main/resume/박종혁_PM_포트폴리오.pdf, page 19, user-provided source, accessed 2026-08-28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C:/MyMain/main/resume/박종혁_PM_포트폴리오.pdf, page 20, user-provided source, accessed 2026-08-28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C:/MyMain/main/resume/박종혁_PM_포트폴리오.pdf, page 21, user-provided source, accessed 2026-08-28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C:/MyMain/main/resume/박종혁_PM_포트폴리오.pdf, page 22, user-provided source, accessed 2026-08-28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d281cc18aa43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fc1e26176d4bba" /><Relationship Type="http://schemas.openxmlformats.org/officeDocument/2006/relationships/slideLayout" Target="/ppt/slideLayouts/slideLayout1.xml" Id="R99137c6951eb413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137c6951eb413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20b9953c0d4be7" /><Relationship Type="http://schemas.openxmlformats.org/officeDocument/2006/relationships/image" Target="/ppt/media/image.png" Id="R75a767c024c844bf" /><Relationship Type="http://schemas.openxmlformats.org/officeDocument/2006/relationships/notesSlide" Target="/ppt/notesSlides/notesSlide1.xml" Id="Rf3c967e63c4845b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e94fc82c4d484c" /><Relationship Type="http://schemas.openxmlformats.org/officeDocument/2006/relationships/image" Target="/ppt/media/image2.png" Id="R6d89b286030a49ee" /><Relationship Type="http://schemas.openxmlformats.org/officeDocument/2006/relationships/notesSlide" Target="/ppt/notesSlides/notesSlide2.xml" Id="R4715877682e348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86c48a7f674d5a" /><Relationship Type="http://schemas.openxmlformats.org/officeDocument/2006/relationships/image" Target="/ppt/media/image3.png" Id="R41ffa1deaeca4fbf" /><Relationship Type="http://schemas.openxmlformats.org/officeDocument/2006/relationships/notesSlide" Target="/ppt/notesSlides/notesSlide3.xml" Id="R7e49a74f5ca14e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42fa8839dd4905" /><Relationship Type="http://schemas.openxmlformats.org/officeDocument/2006/relationships/image" Target="/ppt/media/image4.png" Id="R2d0511e7d80441c8" /><Relationship Type="http://schemas.openxmlformats.org/officeDocument/2006/relationships/notesSlide" Target="/ppt/notesSlides/notesSlide4.xml" Id="Rd69f74c3615948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b08ba3477941ab" /><Relationship Type="http://schemas.openxmlformats.org/officeDocument/2006/relationships/image" Target="/ppt/media/image5.png" Id="Rae36ed290af14a88" /><Relationship Type="http://schemas.openxmlformats.org/officeDocument/2006/relationships/notesSlide" Target="/ppt/notesSlides/notesSlide5.xml" Id="R1a4381e23a2b4a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4803861c974273" /><Relationship Type="http://schemas.openxmlformats.org/officeDocument/2006/relationships/image" Target="/ppt/media/image6.png" Id="R382133b76f2c4b6b" /><Relationship Type="http://schemas.openxmlformats.org/officeDocument/2006/relationships/notesSlide" Target="/ppt/notesSlides/notesSlide6.xml" Id="R31d46a2b0b714a2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7ab7a1cee04c51" /><Relationship Type="http://schemas.openxmlformats.org/officeDocument/2006/relationships/image" Target="/ppt/media/image7.png" Id="Ra287c48de8404672" /><Relationship Type="http://schemas.openxmlformats.org/officeDocument/2006/relationships/notesSlide" Target="/ppt/notesSlides/notesSlide7.xml" Id="R81b5b9ebe6e14d8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fc3bfe0cbd4c1a" /><Relationship Type="http://schemas.openxmlformats.org/officeDocument/2006/relationships/image" Target="/ppt/media/image8.png" Id="Re3c3f5f213b74f2c" /><Relationship Type="http://schemas.openxmlformats.org/officeDocument/2006/relationships/notesSlide" Target="/ppt/notesSlides/notesSlide8.xml" Id="Rdc5fa9c0899b45c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b479d6d3144084" /><Relationship Type="http://schemas.openxmlformats.org/officeDocument/2006/relationships/image" Target="/ppt/media/image9.png" Id="Rcc6bf87d15344423" /><Relationship Type="http://schemas.openxmlformats.org/officeDocument/2006/relationships/notesSlide" Target="/ppt/notesSlides/notesSlide9.xml" Id="Rc1ed3c70b948493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3e7cde49fe4a0a" /><Relationship Type="http://schemas.openxmlformats.org/officeDocument/2006/relationships/image" Target="/ppt/media/image10.png" Id="R6a2ca198263c465d" /><Relationship Type="http://schemas.openxmlformats.org/officeDocument/2006/relationships/notesSlide" Target="/ppt/notesSlides/notesSlide10.xml" Id="R74efeb6913474c0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409fe100d14ed2" /><Relationship Type="http://schemas.openxmlformats.org/officeDocument/2006/relationships/image" Target="/ppt/media/image11.png" Id="Rba9a6b87f97547ba" /><Relationship Type="http://schemas.openxmlformats.org/officeDocument/2006/relationships/notesSlide" Target="/ppt/notesSlides/notesSlide11.xml" Id="R42844ae4c4fe4a0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daa34f78b04ac5" /><Relationship Type="http://schemas.openxmlformats.org/officeDocument/2006/relationships/image" Target="/ppt/media/image12.png" Id="R7df1ff7c77e4474b" /><Relationship Type="http://schemas.openxmlformats.org/officeDocument/2006/relationships/notesSlide" Target="/ppt/notesSlides/notesSlide12.xml" Id="R7e6d3f05c01342b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5ea284b2b148da" /><Relationship Type="http://schemas.openxmlformats.org/officeDocument/2006/relationships/image" Target="/ppt/media/image13.png" Id="R0b98ee84f24c407a" /><Relationship Type="http://schemas.openxmlformats.org/officeDocument/2006/relationships/notesSlide" Target="/ppt/notesSlides/notesSlide13.xml" Id="R441f8392d69e4e4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aaa7c3f9bc40c3" /><Relationship Type="http://schemas.openxmlformats.org/officeDocument/2006/relationships/image" Target="/ppt/media/image14.png" Id="R38112d5467ae4822" /><Relationship Type="http://schemas.openxmlformats.org/officeDocument/2006/relationships/notesSlide" Target="/ppt/notesSlides/notesSlide14.xml" Id="R8b421d9347cb4bc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98b8427a7a44a8" /><Relationship Type="http://schemas.openxmlformats.org/officeDocument/2006/relationships/image" Target="/ppt/media/image15.png" Id="R271a9bd88a104ba9" /><Relationship Type="http://schemas.openxmlformats.org/officeDocument/2006/relationships/notesSlide" Target="/ppt/notesSlides/notesSlide15.xml" Id="R35113ece7794445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c093d27c5c4729" /><Relationship Type="http://schemas.openxmlformats.org/officeDocument/2006/relationships/image" Target="/ppt/media/image16.png" Id="Rb817f5db46014d79" /><Relationship Type="http://schemas.openxmlformats.org/officeDocument/2006/relationships/notesSlide" Target="/ppt/notesSlides/notesSlide16.xml" Id="R83bf1e451c9d4c9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d57a84f6f945bf" /><Relationship Type="http://schemas.openxmlformats.org/officeDocument/2006/relationships/image" Target="/ppt/media/image17.png" Id="R4991dd529c1341ba" /><Relationship Type="http://schemas.openxmlformats.org/officeDocument/2006/relationships/notesSlide" Target="/ppt/notesSlides/notesSlide17.xml" Id="Rfa4470eb8e7e441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7e20d551e4449d" /><Relationship Type="http://schemas.openxmlformats.org/officeDocument/2006/relationships/image" Target="/ppt/media/image18.png" Id="R0ca7c1f4f2994114" /><Relationship Type="http://schemas.openxmlformats.org/officeDocument/2006/relationships/notesSlide" Target="/ppt/notesSlides/notesSlide18.xml" Id="R6f83305210bd436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b16bfad02d465e" /><Relationship Type="http://schemas.openxmlformats.org/officeDocument/2006/relationships/image" Target="/ppt/media/image19.png" Id="Re066e3acb7704206" /><Relationship Type="http://schemas.openxmlformats.org/officeDocument/2006/relationships/notesSlide" Target="/ppt/notesSlides/notesSlide19.xml" Id="Rd3eae919f907490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39c97ae97842cf" /><Relationship Type="http://schemas.openxmlformats.org/officeDocument/2006/relationships/image" Target="/ppt/media/image20.png" Id="Rce4aa21d94054cc4" /><Relationship Type="http://schemas.openxmlformats.org/officeDocument/2006/relationships/notesSlide" Target="/ppt/notesSlides/notesSlide20.xml" Id="Ra827234543b5486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18f1627970451a" /><Relationship Type="http://schemas.openxmlformats.org/officeDocument/2006/relationships/image" Target="/ppt/media/image21.png" Id="R89dfb05d17334354" /><Relationship Type="http://schemas.openxmlformats.org/officeDocument/2006/relationships/notesSlide" Target="/ppt/notesSlides/notesSlide21.xml" Id="Redf6ea73a04d441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695c3c4c794a8b" /><Relationship Type="http://schemas.openxmlformats.org/officeDocument/2006/relationships/image" Target="/ppt/media/image22.png" Id="Rd1c968d8b4104260" /><Relationship Type="http://schemas.openxmlformats.org/officeDocument/2006/relationships/notesSlide" Target="/ppt/notesSlides/notesSlide22.xml" Id="R9b286bb9b9014c3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a767c024c844b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45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89b286030a49ee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742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ffa1deaeca4fb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5919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0511e7d80441c8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930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36ed290af14a88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294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2133b76f2c4b6b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110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87c48de840467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6377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c3f5f213b74f2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9844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6bf87d1534442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9844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2ca198263c465d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0915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9a6b87f97547b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5359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f1ff7c77e4474b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13076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98ee84f24c407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31713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112d5467ae482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33436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1a9bd88a104ba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7083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17f5db46014d7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20887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91dd529c1341b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89955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a7c1f4f299411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73186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66e3acb770420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8300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4aa21d94054cc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07255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dfb05d1733435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62077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c968d8b410426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0253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2026-08-27T17:52:27.4990000Z</dcterms:created>
  <dcterms:modified xsi:type="dcterms:W3CDTF">2026-08-27T17:52:27.4990000Z</dcterms:modified>
</coreProperties>
</file>