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c395165664329" /><Relationship Type="http://schemas.openxmlformats.org/officeDocument/2006/relationships/extended-properties" Target="/docProps/app.xml" Id="R7916510051ba46d6" /><Relationship Type="http://schemas.openxmlformats.org/officeDocument/2006/relationships/officeDocument" Target="/ppt/presentation.xml" Id="Rfd6a51fdcb52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2dda9c415442c"/>
  </p:sldMasterIdLst>
  <p:notesMasterIdLst>
    <p:notesMasterId xmlns:r="http://schemas.openxmlformats.org/officeDocument/2006/relationships" r:id="R7fe2ec21aefc406d"/>
  </p:notesMasterIdLst>
  <p:sldIdLst>
    <p:sldId xmlns:r="http://schemas.openxmlformats.org/officeDocument/2006/relationships" id="256" r:id="R5fb684885eb14c48"/>
    <p:sldId xmlns:r="http://schemas.openxmlformats.org/officeDocument/2006/relationships" id="257" r:id="R493ec923e0374276"/>
    <p:sldId xmlns:r="http://schemas.openxmlformats.org/officeDocument/2006/relationships" id="258" r:id="Recd5db3278824aea"/>
    <p:sldId xmlns:r="http://schemas.openxmlformats.org/officeDocument/2006/relationships" id="259" r:id="R3a0257029d0a4b44"/>
    <p:sldId xmlns:r="http://schemas.openxmlformats.org/officeDocument/2006/relationships" id="260" r:id="R65ee435790744a39"/>
    <p:sldId xmlns:r="http://schemas.openxmlformats.org/officeDocument/2006/relationships" id="261" r:id="R61d1bb078c544ec5"/>
    <p:sldId xmlns:r="http://schemas.openxmlformats.org/officeDocument/2006/relationships" id="262" r:id="R88931483a56f41fb"/>
    <p:sldId xmlns:r="http://schemas.openxmlformats.org/officeDocument/2006/relationships" id="263" r:id="R29ee385f30114a98"/>
    <p:sldId xmlns:r="http://schemas.openxmlformats.org/officeDocument/2006/relationships" id="264" r:id="Re4c226bf598442b9"/>
    <p:sldId xmlns:r="http://schemas.openxmlformats.org/officeDocument/2006/relationships" id="265" r:id="Re694f510525d4f1a"/>
    <p:sldId xmlns:r="http://schemas.openxmlformats.org/officeDocument/2006/relationships" id="266" r:id="R898471b9a48c413c"/>
    <p:sldId xmlns:r="http://schemas.openxmlformats.org/officeDocument/2006/relationships" id="267" r:id="R910ba83ec3e04a1a"/>
    <p:sldId xmlns:r="http://schemas.openxmlformats.org/officeDocument/2006/relationships" id="268" r:id="R3de9cde4963c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6b613d249450b" /><Relationship Type="http://schemas.openxmlformats.org/officeDocument/2006/relationships/slideMaster" Target="/ppt/slideMasters/slideMaster1.xml" Id="R4642dda9c415442c" /><Relationship Type="http://schemas.openxmlformats.org/officeDocument/2006/relationships/notesMaster" Target="/ppt/notesMasters/notesMaster1.xml" Id="R7fe2ec21aefc406d" /><Relationship Type="http://schemas.openxmlformats.org/officeDocument/2006/relationships/presProps" Target="/ppt/presProps.xml" Id="R079b164cafa84176" /><Relationship Type="http://schemas.openxmlformats.org/officeDocument/2006/relationships/tableStyles" Target="/ppt/tableStyles.xml" Id="R6de52a212f1a4886" /><Relationship Type="http://schemas.openxmlformats.org/officeDocument/2006/relationships/slide" Target="/ppt/slides/slide1.xml" Id="R5fb684885eb14c48" /><Relationship Type="http://schemas.openxmlformats.org/officeDocument/2006/relationships/slide" Target="/ppt/slides/slide2.xml" Id="R493ec923e0374276" /><Relationship Type="http://schemas.openxmlformats.org/officeDocument/2006/relationships/slide" Target="/ppt/slides/slide3.xml" Id="Recd5db3278824aea" /><Relationship Type="http://schemas.openxmlformats.org/officeDocument/2006/relationships/slide" Target="/ppt/slides/slide4.xml" Id="R3a0257029d0a4b44" /><Relationship Type="http://schemas.openxmlformats.org/officeDocument/2006/relationships/slide" Target="/ppt/slides/slide5.xml" Id="R65ee435790744a39" /><Relationship Type="http://schemas.openxmlformats.org/officeDocument/2006/relationships/slide" Target="/ppt/slides/slide6.xml" Id="R61d1bb078c544ec5" /><Relationship Type="http://schemas.openxmlformats.org/officeDocument/2006/relationships/slide" Target="/ppt/slides/slide7.xml" Id="R88931483a56f41fb" /><Relationship Type="http://schemas.openxmlformats.org/officeDocument/2006/relationships/slide" Target="/ppt/slides/slide8.xml" Id="R29ee385f30114a98" /><Relationship Type="http://schemas.openxmlformats.org/officeDocument/2006/relationships/slide" Target="/ppt/slides/slide9.xml" Id="Re4c226bf598442b9" /><Relationship Type="http://schemas.openxmlformats.org/officeDocument/2006/relationships/slide" Target="/ppt/slides/slide10.xml" Id="Re694f510525d4f1a" /><Relationship Type="http://schemas.openxmlformats.org/officeDocument/2006/relationships/slide" Target="/ppt/slides/slide11.xml" Id="R898471b9a48c413c" /><Relationship Type="http://schemas.openxmlformats.org/officeDocument/2006/relationships/slide" Target="/ppt/slides/slide12.xml" Id="R910ba83ec3e04a1a" /><Relationship Type="http://schemas.openxmlformats.org/officeDocument/2006/relationships/slide" Target="/ppt/slides/slide13.xml" Id="R3de9cde4963c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5ff4b02ff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7ba31fe6d411d" /><Relationship Type="http://schemas.openxmlformats.org/officeDocument/2006/relationships/notesMaster" Target="/ppt/notesMasters/notesMaster1.xml" Id="Rdc049546367d49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92c23b32642d4" /><Relationship Type="http://schemas.openxmlformats.org/officeDocument/2006/relationships/notesMaster" Target="/ppt/notesMasters/notesMaster1.xml" Id="R0c039a4514f8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7fe1cf8934ffb" /><Relationship Type="http://schemas.openxmlformats.org/officeDocument/2006/relationships/notesMaster" Target="/ppt/notesMasters/notesMaster1.xml" Id="R7cea69735ebb4f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321871bbd94b89" /><Relationship Type="http://schemas.openxmlformats.org/officeDocument/2006/relationships/notesMaster" Target="/ppt/notesMasters/notesMaster1.xml" Id="R080416d73937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cb5e9c12624caf" /><Relationship Type="http://schemas.openxmlformats.org/officeDocument/2006/relationships/notesMaster" Target="/ppt/notesMasters/notesMaster1.xml" Id="R2d4c60fdf1234e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04ffd9557455c" /><Relationship Type="http://schemas.openxmlformats.org/officeDocument/2006/relationships/notesMaster" Target="/ppt/notesMasters/notesMaster1.xml" Id="Rae61bce193c4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c2741e12948df" /><Relationship Type="http://schemas.openxmlformats.org/officeDocument/2006/relationships/notesMaster" Target="/ppt/notesMasters/notesMaster1.xml" Id="R5118a2661a4a41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2a56efb06b46cc" /><Relationship Type="http://schemas.openxmlformats.org/officeDocument/2006/relationships/notesMaster" Target="/ppt/notesMasters/notesMaster1.xml" Id="R4e90f710334c4e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11c084a4a748b6" /><Relationship Type="http://schemas.openxmlformats.org/officeDocument/2006/relationships/notesMaster" Target="/ppt/notesMasters/notesMaster1.xml" Id="Rac09175fe6124f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e15db6c34e491c" /><Relationship Type="http://schemas.openxmlformats.org/officeDocument/2006/relationships/notesMaster" Target="/ppt/notesMasters/notesMaster1.xml" Id="Rf82466bd06884b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67c0c30ee7491e" /><Relationship Type="http://schemas.openxmlformats.org/officeDocument/2006/relationships/notesMaster" Target="/ppt/notesMasters/notesMaster1.xml" Id="Re6e5b8f767dd4a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20b7a11b104eeb" /><Relationship Type="http://schemas.openxmlformats.org/officeDocument/2006/relationships/notesMaster" Target="/ppt/notesMasters/notesMaster1.xml" Id="R3707d34044084b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ae9854e93541e8" /><Relationship Type="http://schemas.openxmlformats.org/officeDocument/2006/relationships/notesMaster" Target="/ppt/notesMasters/notesMaster1.xml" Id="Reac4bf6e01d4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5a6f85646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7e301faee4e01" /><Relationship Type="http://schemas.openxmlformats.org/officeDocument/2006/relationships/slideLayout" Target="/ppt/slideLayouts/slideLayout1.xml" Id="R573af958ff3b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af958ff3b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e85db80be435b" /><Relationship Type="http://schemas.openxmlformats.org/officeDocument/2006/relationships/image" Target="/ppt/media/image.png" Id="Ra83ed97f77da4c19" /><Relationship Type="http://schemas.openxmlformats.org/officeDocument/2006/relationships/notesSlide" Target="/ppt/notesSlides/notesSlide1.xml" Id="R8792f5772b9349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abf8fd8d426f" /><Relationship Type="http://schemas.openxmlformats.org/officeDocument/2006/relationships/notesSlide" Target="/ppt/notesSlides/notesSlide2.xml" Id="R4972e16ebe92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45c9c6707434d" /><Relationship Type="http://schemas.openxmlformats.org/officeDocument/2006/relationships/notesSlide" Target="/ppt/notesSlides/notesSlide3.xml" Id="R8673472e8f454a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d34aa66ba49af" /><Relationship Type="http://schemas.openxmlformats.org/officeDocument/2006/relationships/image" Target="/ppt/media/image2.png" Id="Rbd0421ef211a4ab8" /><Relationship Type="http://schemas.openxmlformats.org/officeDocument/2006/relationships/notesSlide" Target="/ppt/notesSlides/notesSlide4.xml" Id="Ra3e2196e2c7b43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94b13054f45f7" /><Relationship Type="http://schemas.openxmlformats.org/officeDocument/2006/relationships/image" Target="/ppt/media/image3.png" Id="Rb5f11ea9d68b44c2" /><Relationship Type="http://schemas.openxmlformats.org/officeDocument/2006/relationships/notesSlide" Target="/ppt/notesSlides/notesSlide5.xml" Id="Rbbee5758f08243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95fa8b7484b17" /><Relationship Type="http://schemas.openxmlformats.org/officeDocument/2006/relationships/notesSlide" Target="/ppt/notesSlides/notesSlide6.xml" Id="R36a2271a65f6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148f3ba214652" /><Relationship Type="http://schemas.openxmlformats.org/officeDocument/2006/relationships/notesSlide" Target="/ppt/notesSlides/notesSlide7.xml" Id="R6fbb38cc7bc8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4c6dcd4ab4b8d" /><Relationship Type="http://schemas.openxmlformats.org/officeDocument/2006/relationships/image" Target="/ppt/media/image4.png" Id="R091a0dc3d7734c47" /><Relationship Type="http://schemas.openxmlformats.org/officeDocument/2006/relationships/notesSlide" Target="/ppt/notesSlides/notesSlide8.xml" Id="R6264f89529ec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66354e1f44199" /><Relationship Type="http://schemas.openxmlformats.org/officeDocument/2006/relationships/image" Target="/ppt/media/image5.png" Id="R6eab616bfc7142f3" /><Relationship Type="http://schemas.openxmlformats.org/officeDocument/2006/relationships/notesSlide" Target="/ppt/notesSlides/notesSlide9.xml" Id="R11f1298e823c49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78503a564680" /><Relationship Type="http://schemas.openxmlformats.org/officeDocument/2006/relationships/notesSlide" Target="/ppt/notesSlides/notesSlide10.xml" Id="R7134d48703ed4c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1881866b44af3" /><Relationship Type="http://schemas.openxmlformats.org/officeDocument/2006/relationships/image" Target="/ppt/media/image6.png" Id="R31bf74180eaa4481" /><Relationship Type="http://schemas.openxmlformats.org/officeDocument/2006/relationships/notesSlide" Target="/ppt/notesSlides/notesSlide11.xml" Id="Ra54335d67da2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b1bbf2664c5b" /><Relationship Type="http://schemas.openxmlformats.org/officeDocument/2006/relationships/image" Target="/ppt/media/image7.png" Id="R9452596f20184548" /><Relationship Type="http://schemas.openxmlformats.org/officeDocument/2006/relationships/notesSlide" Target="/ppt/notesSlides/notesSlide12.xml" Id="R5a37e39534aa4f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d1283fc0e44bb" /><Relationship Type="http://schemas.openxmlformats.org/officeDocument/2006/relationships/image" Target="/ppt/media/image8.png" Id="R71527405adf04a51" /><Relationship Type="http://schemas.openxmlformats.org/officeDocument/2006/relationships/notesSlide" Target="/ppt/notesSlides/notesSlide13.xml" Id="Re616b2c0f2774f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41D44-5300-4B38-9963-BE8D30C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20D25-3C6E-4D30-8EC8-266DFE6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8D6A6-2133-4A9B-AB05-E51A285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D47EA-9F31-44DF-BCD9-651755FC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CD69-933F-40AB-B4C8-50CA1E24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75FE6-0EEC-42B9-AFC7-A944376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61117-E45F-4E8E-A298-B2FF4E9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EC0D0-59A8-4E49-9282-67B1F66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F3D40-AFD4-4BDC-A096-29F10B8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A729E-E45D-4D74-B3E4-F0288FD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DE63B-936E-4043-9A13-A97F093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5A38E-BB75-41C1-B14C-B4FFFE9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5A234-F9A2-40AF-8B87-B493821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FBE6D-16AA-4041-914D-3A6492A8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8D92C-33D3-4815-989C-92C68FC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ed97f77da4c19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0B790-D48F-4F3E-8B6C-85E9F25D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9CBC0-6024-4C9B-A2D0-4182FE31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84D7A-B2F9-45C5-9419-EB1242B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BC6FA-FD12-4863-A5A5-D7297F30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86780-124A-44E6-A9E9-29B2B7C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D6023-83DB-4428-8C04-DE56140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5002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6C9B2-666B-4CAF-BE17-B123C3B5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ECB1D-DF16-4DE8-B721-9506BA44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AFEE2-1545-45FC-9AF5-42EFD036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40CEF-BCC4-4BDB-B1E4-B46CE894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478DD-E4C1-44C9-B410-F193B90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05B5C-DB1F-4CBC-8995-4D6DA37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61F0A-9015-412B-B5D1-D0267C94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CFC9D-C38A-48FF-B698-65F4EF2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575E3-0B5B-4C4E-9C43-58D6EDD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4D344-E5CB-4A00-A4BF-C9CB1470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5FC12-C6D4-4653-A562-1F225C9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895C7-08DD-455F-84C0-C0F9EE3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5F757-BFB0-4B9C-8D3B-892AE9BD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FF336-A113-45B0-9477-B20AC53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55CCF-7376-4970-9A8C-974D0DA3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EE9B5-0817-4D93-A43A-6953A88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E355E-F453-43E9-9A28-E303871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5DB9C-E79D-4DB1-9F4C-FE5953C0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20B9B-37FE-481C-AC4C-066B6AD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29293-5CD2-4700-BBAD-05CFD8F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383023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95D2D3-CE97-41CE-BB44-A628F86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A84E-0404-43F1-9CC9-F19E154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91EEB-7776-4DA0-82B3-5936B8D7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05B9C-626F-45A8-8D9A-EA659C1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3402D-75BB-4BC6-BD25-16473FD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6CF7-B982-44B7-88FD-34AC7F2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AE04E-43DE-4305-9207-FA68BE6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CA518-0CAE-4B54-B140-E993954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E56EC-D974-40CE-80D9-E97B4503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C5CE7-6465-4316-ACD9-18DEA62E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748C6-4E8A-460E-9FC2-905C3E1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EFAE6-0DA4-46CC-B9EF-A8F22207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BD44-9AC5-464F-941B-A6AA2E53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8C2BE-5931-4C38-8F66-70746C3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B6BC6-31DC-43F3-B954-C3770616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A3A62-EFF1-4C1C-B1ED-927B9516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32BF7-DCAD-4041-9616-018EF1C7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B8914-8917-4C90-B892-A763CBE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B4FC0-55FC-4775-8E76-CE311D40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ACAB6-A0DB-428D-85AB-86EE432A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A9F54-E470-4006-AC29-4368C76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49DF1-C5B2-4226-A1FB-273D7B9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24424-016D-4138-941C-859AB38F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B9F21-F259-4539-AE9B-205C72B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12D93-6770-4340-A767-D278144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0CB4E-13EB-4072-AD51-44F625FA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9D123-C4EF-4C3A-94A1-4BF303ED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7E7EF-6732-4812-BE05-99AFAA1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F76CE-799B-49B8-83D8-C0B2874D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4E71B-52CE-4D25-818F-47A3F32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2CE63-92B3-44D1-8617-E34A0D3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445E0-2630-4DF4-A72B-10226D6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E89D0-6C95-4F65-8E86-69BC666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F9662-AEB5-42B7-94A5-7E673F5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2137060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58159-C8AE-47B7-A215-8C21204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81313-3FFC-48BF-B47C-33439EE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04E90-59DF-4A8C-9298-D8ADBA2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D00F9-1FD7-4193-A7CE-5B00EFD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DB4C3-56F0-43AC-A84C-603420E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6FF9C-62CC-44FD-A1D8-D51834EF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EB93-CAA2-48BF-8FEC-A78C776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AF8C4-C7BC-4BB5-9E80-F692956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DE4D9-21E6-4C5D-8B16-B5F54C52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DE4D7-A836-406E-A86F-1F9DD2FD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5D98-D28F-47B8-B07D-9C50835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C3F82-B0C5-47C3-94EA-CE826033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9B4F4-AAC5-4DFB-86D4-2DD8AA3B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01014-2817-4DE2-B2A4-6485FFB0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D52E7-C707-4CEE-9EBD-66DA377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07F29-F6D2-411E-8643-06E8FA4C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A9B44-AD2D-468B-9A3B-67E7CA0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421ef211a4ab8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DCC4B-ACCD-4344-9FB4-EAF8ADCC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A8FCA-DA8B-4A91-9240-F86AF4C5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57E9D-3FB1-4D89-86D8-0061E13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A905-9DF8-497A-B849-8A74BFF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910834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8DA70-3382-4676-8E23-64E9339F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5E511-7FBD-4927-A740-3A01FC31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8EBA-DA71-4ACA-9B97-CE289E8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D0695-3C53-42B6-A904-0172A03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4F95A-5FAA-46E7-A3C7-230221A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D1D69-F7EA-4492-9D8F-A5CB212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E2A5B-90D4-4CB8-A51E-C2452AC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CC682-AD35-4B48-A8C2-BC6CAA3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E2438-5498-4F1A-A80E-E253C38C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65E96-9EAE-4C0F-8817-874F172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8EF37-A41D-47C4-B9F5-E7CA002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ACB1B-6880-41BF-B6BC-CFC9C63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EA0FA-F3B1-41F9-83D0-C379FB0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6B860-4276-49B0-BFA1-B3B1D8E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54FDE-0E49-4CCC-85AC-9984598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E8746-53E5-4BF3-87C8-0E69A2D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E23B2-7B36-403C-9539-35388792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ADA2B-B12E-4E10-8BD5-66DFFB4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B96EB-08C3-439E-A1CF-3FAA4A54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1088B-2B90-4822-89B8-4A76098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239DB-3F5D-487F-B449-40870AD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0AD49-8987-4EC4-AA5C-D214E224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00B8A-676F-48C0-A9F6-D1F4A65A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5E22D-E112-4020-9832-3B84156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27060-0465-4DF0-9EC7-C682B89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0BA0B-5B79-49F2-BD57-AB1C69A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70CF2-61C4-43B2-99BC-9417AEE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31512-4C9C-47F5-98AF-1A3BD5AF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297C2-5AEE-4A59-9244-977A1B6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AAA18-A2D8-4863-8362-B6DCA3B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56F22-9C08-4476-BEDD-B093FC4D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61349-94B7-4936-B105-AF4B2B5D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11ea9d68b44c2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EF678D-66CD-4CF3-8626-05FF206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B8D1F-B8A9-4111-8E7B-8D247436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64B7D-90F5-466C-BF92-67ED4C7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1E124-F4E5-454B-91D9-E1033EC7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475633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628A35-EE91-4277-8EF5-81DF983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DDDC-BD75-49A3-8AB2-6A5E5F48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33310-A607-45A5-A662-46336DD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F11F-8428-4F5A-A536-6026A74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728B8-BE9A-4243-BC63-48E7A1A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08560-D23F-4000-A090-7F0E54B9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44A13-4079-49B6-A1E5-FA8EBF9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9B7B7-7665-459D-9ACD-1E435778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C9373-CDE1-4BA5-9037-E42F9E52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24F50-31C6-4B38-9A78-6206769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22AD1-B8CC-44FE-87D9-4E46A0D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ACB68-FE8C-4E54-8192-0A34479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D7536-0596-4196-9E25-C8DD0CF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5BB2B-E8E1-4019-98F2-D4906718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DDA7A-CF62-449F-85E0-998FDFE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8AD1F-A858-4367-AE2E-BE977208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E80E4-AB88-4CAA-90AA-6D464B4A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F4F44-8D63-40D0-8293-2A9E7D2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BD266-025D-4D5E-988E-14F7F14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5186D-C7FF-4A88-AE0A-81D7E29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8D5DE-45CB-445B-A198-72B34F3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48A72-860B-46EB-BD34-DAFDB47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D7CBB-90CE-4D8D-ACDB-A818EF3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24FAC-7390-44FE-9165-662936E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9703B-9897-4F71-870E-36323DCD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CF048-C607-40E6-AFC3-D915F1D4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18FC8-9F65-4B07-8C15-20BB0F4A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2D926-EBAB-431A-AC42-4A99DF8B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08C7B-7D25-4358-88D4-93AA7F51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980BF-F169-4A22-915A-1CCF098B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3C461-33C9-4A72-A35E-242DF9BE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4F0D7-2099-46B6-B8C7-FCD1ADB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40DAFC-3B94-48EF-A888-BFA7C6F7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DE70DB-D414-4DE0-8F42-40F6361E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118390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7916A-9B0F-4FCD-8A7E-6F2C934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47921-7E60-41B4-B82D-9715CD7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71F9F-CF76-4701-8E69-F03A2E6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89BE2-B2B8-43C1-B04D-D820F6BF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0C158-E875-4575-A756-20805ED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AD281-F05A-436C-91C6-6411724A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84B7B-8481-49C1-95D9-D6C62402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2FFB7-94EE-4590-8F3F-2CAF4F6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763E5-B688-4506-8F95-E17F072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FB219-3767-4893-A954-1F794CF6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1B84E-AC87-4A66-90CE-15D47506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1E54E-B9CA-44FD-AFD2-201AE47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39345-C8B2-49B8-B356-CA8DBBD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36608-F18E-4EE1-A868-9C14BE4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74FF9-D904-42C0-8789-DBBCE5C1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5841B-2AD2-44D8-BF8C-9F6A4828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34F1-EDE8-42DF-98A2-2BB95870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31457-E651-441F-B4C7-3925CDB5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FB992-3FE0-4942-B350-E6A9954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EBECD-1978-44CE-9A63-50B0BC7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35938-9DA6-47A8-A82B-D086E7E6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47C50-5E01-422D-8981-500D4AF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09987-9E47-4BA0-912C-7F5D7E12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ECECF-7DA0-43C3-99C6-8C37FF81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40BF9-791D-467E-B1B0-D11674C8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03E22-29CE-43F7-B702-681DEFB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158F0-5AB1-4573-8F7C-A240712C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9A853-1126-45F7-815A-87FA9636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7F9A2-2A35-42A7-B653-C77A225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D0667-D867-4C60-BD45-482F034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82153-1080-4B4C-B475-0FD732F6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64613-40FD-4B72-A914-883F61A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041748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C0BFF-DE0C-465B-B46A-350A85C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B49F4-70EB-435F-8505-FAF2C97D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240FC-E209-4F11-AF2A-5B827416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90195-E198-41C8-8153-9E7D2FB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50E4-1DA3-47C9-A272-A3E9A2B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40B6A-C529-47E1-B484-0CB8EE4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D681E-7D24-4C3A-A89B-1AE35A3F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99305-6C94-47D1-9D22-2AD7415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CA1B6-28B1-4E94-A644-8F8CC6B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658C6-1940-4F23-AA12-EF9AEF6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F661-BC11-4251-A479-31A28CF8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2AD73-6B42-42DD-BB6D-0A2B6FD7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a0dc3d7734c47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273F2-81A8-424C-9A5E-63860B7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88801-6647-465C-A5B1-7A5E035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0D800-D759-48C4-A6BD-CB48DC21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B95C4-B05C-475A-A55C-3ECCB62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B97B1-D5D1-416A-B358-E7B15AD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F584A-0765-4512-BBA3-02F8C0F8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61DF3-792D-403C-8849-062BFD8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631561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DA5C3-CF4D-4FC8-A6FB-159FFE20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6FC30-B0FA-4ED8-BE00-EF226D7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59EBB-8A67-48E6-95E5-D790332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6E0A-7DEC-49F1-BEA9-0E37786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0FDB8-B81D-483E-A77D-5D2B3588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58A51-B909-49C7-8EF8-414BBCA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1C926-2461-49E7-A709-53D92E8B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C7E62-376D-46C3-89E6-C8E6C48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6C6F9-3E93-49F2-B069-DC640E8A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331F7-A7E6-4CF3-B0E6-45B6E7D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6586E-3657-4C24-A53A-F79EEC2F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E7417-84C5-4DD3-997F-C996C31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85C72-BE5B-4A17-8A04-D30C69C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82024-E6B6-46E7-86A8-79441331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b616bfc7142f3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E62CF-B92D-41C2-AE8C-8FC653E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170C9-2285-4758-AFBD-5F9DA3D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522A0-CAA2-473F-AAF1-DC3D8777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A65B5-A1CB-4503-ADE0-C3E4D624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A8B4E-0657-46E4-BF46-248C47D7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49A4A-7FC0-4968-A0D8-36A8B71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22E45-7741-4A8E-900B-63E7DA4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189D6-5C9B-40F7-AC8F-0367EDB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95168-88B3-47D0-9E7F-6B603039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0A79E-8ADA-40AD-976F-4A44830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0C321-41E4-43D2-A9B2-CA06F7A7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90D18-A7D3-43C3-B8A6-B05B852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F7212-AEAD-4009-86E7-6B7C4CC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FA8A4-D77F-4FB9-ADE3-60D820E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1D912-FA00-4424-B859-D11679A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E0AA3-073E-4DA9-86E8-7C65EC9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3A0FA-4B9D-43F4-8A53-0FE672A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664674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524F6B-F549-49E0-BAF5-5781C1D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2597-E679-4FBE-8F70-05D54A25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9A304-F068-4E52-A233-7DCCC0D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292FE-4515-43E2-9AA3-630C4B72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8E061-AD2B-4AF2-A9B2-3625C3F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381C7-1D8C-4D7F-972D-714D1F31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04890-2F22-42F9-8B87-B8EA8ED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1B1C8-8B0B-4BFE-A648-7740D0F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D31BF-DB62-454E-8960-72A7DCB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7B2AC-33EE-428D-97D9-52B7D16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21AE4-EF39-4280-9588-0A97C5BD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65CA2-8F9C-4CD5-BBFD-4BEE504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9A402-4D42-43F0-AD78-4287571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E86E0-5681-43AE-A66E-7B2BAB11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AABFD-BC2D-4FF6-A7E4-45CB064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9EF0-FBA6-4ABC-8091-34B5F8D7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B10C8-BEFE-4105-9CE6-9FC2E55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08AD4-DDCA-4C61-B29A-A8A3979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823A7-3EC5-4BF8-B7AA-FBC90CDA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D9107-3B67-45C4-B11B-1AF5F0C3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8BF14-A9E9-44FE-B8E4-7F830DE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9BD87-1CD5-4D69-8FCA-DF4B721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7F252-1BF5-4571-B38B-7BCA64B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E73C3-D934-4421-A85D-D71627B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7610E-9B95-4578-8ADB-A0372E3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AC142-53CD-45A4-AB0D-A7C8C24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6D478-30BB-49EA-ACC6-0DDF719C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717DB-86ED-4D75-8806-B8E05717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F9E47-F017-45D8-A25C-2F11D524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D13DF-C57B-4447-97B9-C66CADD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70293-2977-4B26-BD36-BF7351D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38AA4-6CDB-4221-A4C4-FD49A64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EA738-7FCA-4DF7-941E-33CA2AFF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AB6C1-91FE-4856-AAAD-15417425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090DE-BED8-4380-A7BA-E01DF3C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00760-6729-4045-B013-141E1F1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64A902-6BC7-41A1-BF55-9DFCD8F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8D0E5A-61F1-431E-850B-E2020788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5A6A92-6666-4BDB-AD75-3A127C6D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51D60-533B-4E8F-890F-D62109C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1D9DDF-EE16-47EE-95F1-6F4F693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DECED3-1B7E-4F8C-B6AF-80545F09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ECDB9A-4183-447E-ABE9-8717806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8FD328-6D1F-45D2-9C91-53EDFB99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74CBAA-84E6-4385-9C98-F10E01B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2C46A5-6664-4885-89B9-92219A5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8F078F-C6BA-4131-81C3-B112C6B3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065508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3E94FD-9E04-4D6F-96DD-E7E676A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6B0ED-2BE4-4DF4-8E48-58EDAD2C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00027-B0FD-48C5-A714-26CBF2B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9D581-F4D7-4637-BBA8-040FADCD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EC7E0-B600-468A-BA65-697DEA9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BB52D-DC1F-4A07-BAD2-E69DCD0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0F2C3-4324-4864-9FB2-43ABD9C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04EAA-F6AA-4B10-AC1A-BE79E67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42EEA-02F0-4E4A-9807-69004AF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B30B9-09B6-4DE4-B3D7-D5654743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776F5-F76A-4115-8C08-878180A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4C70B-A8E3-4FF2-A938-D52A0F1F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7AB10-E9C4-411F-B918-A0F335E6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68D58-1E00-4322-A53B-86EFC302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BB08B-0DF9-475F-8E81-0BF3AC57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F3A4F-DC66-4207-89F3-EC846B78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87231-8601-4CB3-AC9A-A84B3ED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2C586-20F2-48F3-9A87-B2A0756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400DD-EC35-4E2F-8024-A875CAF1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92858-E357-422D-9735-41EFC36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06DC1-A6D8-4EAF-9219-9325517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35243-D19F-43C4-920B-2F2CA6D5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35275-6661-48C0-BA81-207E26A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5660-C2C0-4E57-A9B4-C6FC2F0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59EC6-49B5-4D41-B0A7-144EB08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80677-FAD8-4198-99C0-A3F3AFF7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A81BB-5C8B-4633-A791-1A3D43F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f74180eaa4481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5712A-9C16-4720-A0FA-EF7E340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6624F-DA35-403A-A3E5-6630FBA9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82942-40F5-4806-8163-9F24AA6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16EAF-274B-485A-953D-18793A85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664C0-655D-4BE7-B8FB-0C841B6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B4DFC-76EE-48B6-9D3E-4E0ED791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130E3-AA13-4DC9-BAB9-D7FC52EF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0974753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69745-1827-4EEF-8B35-FE47C07B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848F9-1CFF-4C5E-BF56-FD912D6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947B3-8210-4FB5-8D2A-DC6A2878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61CEC-8863-49B5-9558-52DFF32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9A122-2608-4865-A09E-430374C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2596f20184548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9525D-119A-4157-AFE2-01FE5C4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969B2-A68A-449C-B515-043A288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EC608-3B77-4765-9681-B0D56BF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19521-8072-4A91-AD6A-913BF73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2F0D2-00EC-4BFA-A5F4-F582E3B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5C556-7B6C-4180-9ED8-ABB23BF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B955D-D32D-46CD-85DD-C1A532C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C4128-9935-4C7E-A1AB-00CEDE1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8408-BCE2-404E-B197-AF30877C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B4425-081B-49D4-8D9C-42AD081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67992-E9C6-48C0-81E9-525C1E98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14E30-DBEE-48C7-A1C6-7AE445B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29908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E7F5D-6ACC-4ADD-8FCB-1E19ABA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47FA2-3C2C-469D-85D4-9835EA3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ACD4E-8CC9-4A76-A6CD-8E39F23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5B13-986A-498D-BD98-272F461C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6BF55-B44B-4217-BD7A-93715E17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69A4F-BFEB-42D4-B47C-B536D57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3A14F-7142-42FD-8055-BA28410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F71F9-7ED6-4D78-BA54-81D8D2C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A2957-1294-400C-84CE-02A16C4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28CE1-9E49-4093-A8BA-D3546D5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DA0DE-C5E8-4618-ADDB-11AC30C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93EA7-0D9F-4C2D-8DFC-6251820F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F6ED4-D4C3-4FC1-B1A1-8771C33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371AC-486C-41A8-A019-4FF0456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6CBE7-A7A6-4B76-8399-3D8B5129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27405adf04a51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066BF-E2A8-4ED4-BC6F-CF8608E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B5F32-530E-4423-B03E-00A37755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B9A71-CDAF-4176-AB02-F01124DE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A00A8-8887-4159-8F70-A8459705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26F39-2128-400B-BCAF-3A10DDE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3FC90-F93D-4014-A494-CEAB22F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866F4-51D9-41D5-BD1B-19B0E35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23C14-C536-48A5-BE5C-697AB25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9CEF2-D24A-4D73-AC4C-E128D3D2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73C01-60BB-440C-B213-74C3210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9B941-89A0-4172-86EE-C010EA6B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580905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2026-09-16T23:35:24.5780000Z</dcterms:created>
  <dcterms:modified xsi:type="dcterms:W3CDTF">2026-09-16T23:35:24.5780000Z</dcterms:modified>
</coreProperties>
</file>