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2bf279aab472b" /><Relationship Type="http://schemas.openxmlformats.org/officeDocument/2006/relationships/extended-properties" Target="/docProps/app.xml" Id="R894e8be1ade84f5f" /><Relationship Type="http://schemas.openxmlformats.org/officeDocument/2006/relationships/officeDocument" Target="/ppt/presentation.xml" Id="R3feeac38d660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ed95e3c184f0c"/>
  </p:sldMasterIdLst>
  <p:notesMasterIdLst>
    <p:notesMasterId xmlns:r="http://schemas.openxmlformats.org/officeDocument/2006/relationships" r:id="Rd700f8fce8ca4bc8"/>
  </p:notesMasterIdLst>
  <p:sldIdLst>
    <p:sldId xmlns:r="http://schemas.openxmlformats.org/officeDocument/2006/relationships" id="256" r:id="R5d1d8df98d454c49"/>
    <p:sldId xmlns:r="http://schemas.openxmlformats.org/officeDocument/2006/relationships" id="257" r:id="R541af73ec6eb4e43"/>
    <p:sldId xmlns:r="http://schemas.openxmlformats.org/officeDocument/2006/relationships" id="258" r:id="Rfd64ba6b2566404b"/>
    <p:sldId xmlns:r="http://schemas.openxmlformats.org/officeDocument/2006/relationships" id="259" r:id="R64e3f99f87504315"/>
    <p:sldId xmlns:r="http://schemas.openxmlformats.org/officeDocument/2006/relationships" id="260" r:id="Rd1db77bc4e544fcd"/>
    <p:sldId xmlns:r="http://schemas.openxmlformats.org/officeDocument/2006/relationships" id="261" r:id="Rdd060469eb464b45"/>
    <p:sldId xmlns:r="http://schemas.openxmlformats.org/officeDocument/2006/relationships" id="262" r:id="R44294d300d9e4bcd"/>
    <p:sldId xmlns:r="http://schemas.openxmlformats.org/officeDocument/2006/relationships" id="263" r:id="R5db9fbb92f7a4ccd"/>
    <p:sldId xmlns:r="http://schemas.openxmlformats.org/officeDocument/2006/relationships" id="264" r:id="Rfa91a8028a98420b"/>
    <p:sldId xmlns:r="http://schemas.openxmlformats.org/officeDocument/2006/relationships" id="265" r:id="R828bc8f540af4e50"/>
    <p:sldId xmlns:r="http://schemas.openxmlformats.org/officeDocument/2006/relationships" id="266" r:id="Rf2b91a02502c484f"/>
    <p:sldId xmlns:r="http://schemas.openxmlformats.org/officeDocument/2006/relationships" id="267" r:id="R0f3c2b2877c44971"/>
    <p:sldId xmlns:r="http://schemas.openxmlformats.org/officeDocument/2006/relationships" id="268" r:id="R2f67146ae63d4a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72a74dada24b0d" /><Relationship Type="http://schemas.openxmlformats.org/officeDocument/2006/relationships/slideMaster" Target="/ppt/slideMasters/slideMaster1.xml" Id="Rd85ed95e3c184f0c" /><Relationship Type="http://schemas.openxmlformats.org/officeDocument/2006/relationships/notesMaster" Target="/ppt/notesMasters/notesMaster1.xml" Id="Rd700f8fce8ca4bc8" /><Relationship Type="http://schemas.openxmlformats.org/officeDocument/2006/relationships/presProps" Target="/ppt/presProps.xml" Id="R29fd85cf71334026" /><Relationship Type="http://schemas.openxmlformats.org/officeDocument/2006/relationships/tableStyles" Target="/ppt/tableStyles.xml" Id="R103d536350d4446d" /><Relationship Type="http://schemas.openxmlformats.org/officeDocument/2006/relationships/slide" Target="/ppt/slides/slide1.xml" Id="R5d1d8df98d454c49" /><Relationship Type="http://schemas.openxmlformats.org/officeDocument/2006/relationships/slide" Target="/ppt/slides/slide2.xml" Id="R541af73ec6eb4e43" /><Relationship Type="http://schemas.openxmlformats.org/officeDocument/2006/relationships/slide" Target="/ppt/slides/slide3.xml" Id="Rfd64ba6b2566404b" /><Relationship Type="http://schemas.openxmlformats.org/officeDocument/2006/relationships/slide" Target="/ppt/slides/slide4.xml" Id="R64e3f99f87504315" /><Relationship Type="http://schemas.openxmlformats.org/officeDocument/2006/relationships/slide" Target="/ppt/slides/slide5.xml" Id="Rd1db77bc4e544fcd" /><Relationship Type="http://schemas.openxmlformats.org/officeDocument/2006/relationships/slide" Target="/ppt/slides/slide6.xml" Id="Rdd060469eb464b45" /><Relationship Type="http://schemas.openxmlformats.org/officeDocument/2006/relationships/slide" Target="/ppt/slides/slide7.xml" Id="R44294d300d9e4bcd" /><Relationship Type="http://schemas.openxmlformats.org/officeDocument/2006/relationships/slide" Target="/ppt/slides/slide8.xml" Id="R5db9fbb92f7a4ccd" /><Relationship Type="http://schemas.openxmlformats.org/officeDocument/2006/relationships/slide" Target="/ppt/slides/slide9.xml" Id="Rfa91a8028a98420b" /><Relationship Type="http://schemas.openxmlformats.org/officeDocument/2006/relationships/slide" Target="/ppt/slides/slide10.xml" Id="R828bc8f540af4e50" /><Relationship Type="http://schemas.openxmlformats.org/officeDocument/2006/relationships/slide" Target="/ppt/slides/slide11.xml" Id="Rf2b91a02502c484f" /><Relationship Type="http://schemas.openxmlformats.org/officeDocument/2006/relationships/slide" Target="/ppt/slides/slide12.xml" Id="R0f3c2b2877c44971" /><Relationship Type="http://schemas.openxmlformats.org/officeDocument/2006/relationships/slide" Target="/ppt/slides/slide13.xml" Id="R2f67146ae63d4a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df1254b751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82f7c1af14c8d" /><Relationship Type="http://schemas.openxmlformats.org/officeDocument/2006/relationships/notesMaster" Target="/ppt/notesMasters/notesMaster1.xml" Id="R5950fc8d4a0341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fc4a270b9f490e" /><Relationship Type="http://schemas.openxmlformats.org/officeDocument/2006/relationships/notesMaster" Target="/ppt/notesMasters/notesMaster1.xml" Id="Ra8bd875a06064e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fe3cfb030144aa" /><Relationship Type="http://schemas.openxmlformats.org/officeDocument/2006/relationships/notesMaster" Target="/ppt/notesMasters/notesMaster1.xml" Id="R95b3654dc640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3e4ee4b7b4bde" /><Relationship Type="http://schemas.openxmlformats.org/officeDocument/2006/relationships/notesMaster" Target="/ppt/notesMasters/notesMaster1.xml" Id="Reedf6a22e9fb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c6bfedaeb4323" /><Relationship Type="http://schemas.openxmlformats.org/officeDocument/2006/relationships/notesMaster" Target="/ppt/notesMasters/notesMaster1.xml" Id="R857a5a109d6941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c2d292d964cb2" /><Relationship Type="http://schemas.openxmlformats.org/officeDocument/2006/relationships/notesMaster" Target="/ppt/notesMasters/notesMaster1.xml" Id="R2a704c188457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4bccb38c414bbe" /><Relationship Type="http://schemas.openxmlformats.org/officeDocument/2006/relationships/notesMaster" Target="/ppt/notesMasters/notesMaster1.xml" Id="Ra617d019d14a40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a2d235b634054" /><Relationship Type="http://schemas.openxmlformats.org/officeDocument/2006/relationships/notesMaster" Target="/ppt/notesMasters/notesMaster1.xml" Id="R758c4c9b1c3844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74be305a754199" /><Relationship Type="http://schemas.openxmlformats.org/officeDocument/2006/relationships/notesMaster" Target="/ppt/notesMasters/notesMaster1.xml" Id="Re6c60456991440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b4b221ef354c4f" /><Relationship Type="http://schemas.openxmlformats.org/officeDocument/2006/relationships/notesMaster" Target="/ppt/notesMasters/notesMaster1.xml" Id="Ra91a1422d9d941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a5964a90db4c19" /><Relationship Type="http://schemas.openxmlformats.org/officeDocument/2006/relationships/notesMaster" Target="/ppt/notesMasters/notesMaster1.xml" Id="Ra1eb92fbf9a14a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b262aa85714e2e" /><Relationship Type="http://schemas.openxmlformats.org/officeDocument/2006/relationships/notesMaster" Target="/ppt/notesMasters/notesMaster1.xml" Id="R2252cf42ec3542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3c1ac117f8461c" /><Relationship Type="http://schemas.openxmlformats.org/officeDocument/2006/relationships/notesMaster" Target="/ppt/notesMasters/notesMaster1.xml" Id="R563be09ad57e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faa0f4c62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237e1b8974fc4" /><Relationship Type="http://schemas.openxmlformats.org/officeDocument/2006/relationships/slideLayout" Target="/ppt/slideLayouts/slideLayout1.xml" Id="Ra6a3e97deeb0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3e97deeb0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5d07785a44d68" /><Relationship Type="http://schemas.openxmlformats.org/officeDocument/2006/relationships/image" Target="/ppt/media/image.png" Id="Rf4fa6e2bcaf5446d" /><Relationship Type="http://schemas.openxmlformats.org/officeDocument/2006/relationships/notesSlide" Target="/ppt/notesSlides/notesSlide1.xml" Id="R39fb07ce7a0847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f8961abe44084" /><Relationship Type="http://schemas.openxmlformats.org/officeDocument/2006/relationships/notesSlide" Target="/ppt/notesSlides/notesSlide2.xml" Id="Ra47d84c50559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bf739ff7547c6" /><Relationship Type="http://schemas.openxmlformats.org/officeDocument/2006/relationships/notesSlide" Target="/ppt/notesSlides/notesSlide3.xml" Id="Re059ca955f5a4b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73d1e10d4797" /><Relationship Type="http://schemas.openxmlformats.org/officeDocument/2006/relationships/image" Target="/ppt/media/image2.png" Id="Ra7aa99afd22a4ea7" /><Relationship Type="http://schemas.openxmlformats.org/officeDocument/2006/relationships/notesSlide" Target="/ppt/notesSlides/notesSlide4.xml" Id="R05ab116f3ddc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1afbfca5840d4" /><Relationship Type="http://schemas.openxmlformats.org/officeDocument/2006/relationships/image" Target="/ppt/media/image3.png" Id="Re875edddb4c14beb" /><Relationship Type="http://schemas.openxmlformats.org/officeDocument/2006/relationships/notesSlide" Target="/ppt/notesSlides/notesSlide5.xml" Id="R6657813ace86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e122326b84a3d" /><Relationship Type="http://schemas.openxmlformats.org/officeDocument/2006/relationships/notesSlide" Target="/ppt/notesSlides/notesSlide6.xml" Id="R63d4028c74f948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0d77d8b941ef" /><Relationship Type="http://schemas.openxmlformats.org/officeDocument/2006/relationships/notesSlide" Target="/ppt/notesSlides/notesSlide7.xml" Id="Rdbb770e4bcfc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40fb516104d4d" /><Relationship Type="http://schemas.openxmlformats.org/officeDocument/2006/relationships/image" Target="/ppt/media/image4.png" Id="R24f02b01596d447d" /><Relationship Type="http://schemas.openxmlformats.org/officeDocument/2006/relationships/notesSlide" Target="/ppt/notesSlides/notesSlide8.xml" Id="R9aa951983e094b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192be31ae4a75" /><Relationship Type="http://schemas.openxmlformats.org/officeDocument/2006/relationships/image" Target="/ppt/media/image5.png" Id="R26d0b289d6d84670" /><Relationship Type="http://schemas.openxmlformats.org/officeDocument/2006/relationships/notesSlide" Target="/ppt/notesSlides/notesSlide9.xml" Id="R4fe975154edc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44eee2554132" /><Relationship Type="http://schemas.openxmlformats.org/officeDocument/2006/relationships/notesSlide" Target="/ppt/notesSlides/notesSlide10.xml" Id="R6903cc25012d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5c91788664e7a" /><Relationship Type="http://schemas.openxmlformats.org/officeDocument/2006/relationships/image" Target="/ppt/media/image6.png" Id="R361df16ac45249ac" /><Relationship Type="http://schemas.openxmlformats.org/officeDocument/2006/relationships/notesSlide" Target="/ppt/notesSlides/notesSlide11.xml" Id="Ra77e764abbc4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95bb1a3d444cf" /><Relationship Type="http://schemas.openxmlformats.org/officeDocument/2006/relationships/image" Target="/ppt/media/image7.png" Id="R2ee00056703b4b01" /><Relationship Type="http://schemas.openxmlformats.org/officeDocument/2006/relationships/notesSlide" Target="/ppt/notesSlides/notesSlide12.xml" Id="R9dc9bb75aa104b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9a389631448e7" /><Relationship Type="http://schemas.openxmlformats.org/officeDocument/2006/relationships/image" Target="/ppt/media/image8.png" Id="R61c91350186d430f" /><Relationship Type="http://schemas.openxmlformats.org/officeDocument/2006/relationships/notesSlide" Target="/ppt/notesSlides/notesSlide13.xml" Id="R8ca5b7d261da4e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DBE65-50D7-4A0A-8E72-5638B70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5DECB-E846-4CDE-BB64-19E6A08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B800C-7160-4840-9EBD-F046B6D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B09C9-CA44-46FC-B2A0-97B8B33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E4384-E282-4565-A4FB-042EF617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4552E-57A8-44BD-8B3E-877B6B6C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7C487-7477-4EDC-B01E-6C059422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2C748-2BE4-4B55-BBAA-BE69E441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63E2D-DCBF-4DE2-8916-70C7E87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E7C05-4824-4053-BBF4-D1938B2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D5578-65B8-4D5B-AAAE-DE23EDC8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2A249-5AAB-4412-8A5A-37D7499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1D405-BB75-470E-B012-4D515954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DEF87-5C91-44F7-87DD-EAA1408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0F5D8-0F28-4522-A7C0-69DE8C36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a6e2bcaf5446d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F648C-1E4F-4A8F-A84D-41221B6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5C1E8-043A-429F-BC63-4593C19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EDF73-B7AB-4A13-AE5C-7F8C0E23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18D6D-9878-4683-BB05-344C435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9B7BA-3419-4348-B5D1-46DC63A7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A2E74-CDC7-4D61-8243-215C5D6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900776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24FF0-D595-4AF6-9119-9336421C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A28D1-C3CE-4CC5-BC43-BA9A881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49F5-5F9B-4C46-8B9E-78B5DD8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4C96F-0011-42CF-AD6E-70FEB11F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C7E78-AB5B-4E39-9CD0-DC18BD1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2CB73-6A5A-4406-BDE9-E936654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CE18B-F7EF-478C-BB74-F034DA6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AF802-C247-4F39-BBF1-6783AB8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77EA9-741A-4D00-B17F-7CE3082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993B0-5737-4CD4-85B5-4743CA6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BEDB3-8B3C-47EF-BA96-45A4C61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99D62-2407-4B47-8F5E-37173A25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BDC69-B6DF-48BD-8D9D-3DDC40B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848B6-81BB-4B7A-AC3D-FA42CA68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0A2DF-70F4-479F-8764-B0E796D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92737-C157-4CAB-BC79-1EE4796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645FF-A991-46B9-A626-35A83E99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BD79B-F2CA-4365-BFE5-0CED981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F930D-4AE9-42A3-A525-D9CF299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E97B5-84CB-44A7-9138-6BF8891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701040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7362C5-7EF2-4E89-91C0-E63B288A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69A09-ECD7-4414-AD00-24DED87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DEDA1-A575-491C-B9C7-C1C5EE20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C09E3-502D-44D5-8BD0-DE9BBF7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1375-0F43-4A66-ACF7-465F2A9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AF058-9FCD-460C-8052-722BEE3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C9BBA-48DA-4C13-8AFE-40835909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011F0-9626-4333-A188-E60E9E6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38F4D-6196-41C3-BC58-6446BA9D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B45D6-4551-41D0-AB81-AADE8E5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740FF-7E60-43D9-8E51-F3B7086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F8DCE-F6F6-4662-9C18-D2F3FD7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DCB83-933E-41EE-A76B-78E4D24B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BC4D6-34F0-4BFC-ADF2-9178F5F6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18AE6-36F3-47FD-91C0-FAC7C7B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1CB6B-D9B1-4817-A4AD-2F3DCA7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6892C-EE78-4392-8FD0-B3DBB9E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B4C8B-7E70-4FE5-B560-DD947DD7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4810F-0618-4F5F-A402-0FF87EB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084E3-0907-417E-AF88-9C4E70E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67ACA-28B5-4898-BD34-6B9C588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9D848-5F3C-426B-BD2F-AABEDB9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8F81D-729C-4C78-987B-58E2B6E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C18E5-8067-42F8-B818-5F8DC6F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34C46-1DA2-4E4B-B786-89394D7D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8E3FD-2C8A-465C-859C-28476E0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ADE54-0168-4B37-BF93-AC5515D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8B3DC-3D95-4923-832F-6769D0C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7BD09-2FC6-463A-9C95-DFD5863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768979-9529-42A8-A9AD-28012F3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D02B2-8201-499D-B45A-53E61E4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6027D-7064-4017-8863-1CEF7A96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ECEF9-0B78-4CC1-BFB9-7D61C6A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DF62F2-BC6B-4246-9DF2-8A7DF26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CC0DA-A55B-466D-B248-928ECEB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2034080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F80BD-3506-4942-A869-C36BA76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18519-3BCC-49C6-992D-95AA6F41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E892E-8A94-4997-AB0E-A991D15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E0183-FCCB-4A62-8981-90FF021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2693E-D8C8-4B0F-828F-290D4A0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133D6-BDA0-46E4-B7FF-238099E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7F129-505E-40D4-BB56-93F0009E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3CB2-D928-4584-BA6A-AADE84F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941C2-EB6A-40C1-BE2C-EA6D7B8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7063B-D7DD-4BE5-9ACC-4B58590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6824-CAF8-442B-A7BD-8058AFF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59245-F024-41E0-B999-2FABFAA9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EDD21-A443-4F93-BDAF-17FB4CA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F27BA-0C05-4957-AB49-586F7C8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C3E6A-484E-4AA9-A7E4-27A6F61E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0CF46-2C02-4808-8CE2-4151DA48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5D902-00BC-457D-B78E-FBE1F485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8804-C136-4F15-880F-DB0F08B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a99afd22a4ea7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712E8-27F1-4B1C-A486-24612631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C4B9D-6ADE-45E5-BD45-04C6539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59674-A438-4409-9B9B-2C372D1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7BAE7-DF7C-41F5-B834-201060F5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663613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A87EE-D0BA-44A5-A09C-77A2376B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2F9A9-4717-4CF5-8707-F641B901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BCDA9-7060-4111-9D65-C9B4F40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57E5E-E2F6-49A3-941F-3D8781C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5108-E357-43F3-B46F-59FB8C90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8A2CC-6439-4B81-9A70-DCD8D30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BE3D2-032A-4546-9BCF-44618CB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D3D41-E0D4-4D61-A558-C6AC36F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92580-65B5-4488-AD96-CD6E26F0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1C22E-1A7A-47A7-B9A1-7FEF6ED3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E9C1B-DFC5-4569-86FE-F974F35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1267-5900-49E0-A667-52FDF838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976A6-B65E-4772-9492-E2A11747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1CC8F-A897-47A5-A774-AD4F4299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E913D-5082-49E6-8BB3-3E1F0E8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F1AAF-8CFA-4826-9884-9C68B06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AEAC2-3AA8-4272-BF09-ACD9757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FE151-D125-4E8B-B158-B4F56EA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3AA31-AB27-4235-A6A5-3451802E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8A4BF-92C0-44D4-AC3C-B15D173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B45BB-029B-4B50-9D49-68949EB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64073-AED1-4CDB-B700-AF23C45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07704-51CA-4E0D-844E-08FB46EA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D71A1-3FF9-47F6-A0CE-4ABB4DA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4A46B-48ED-49D1-8630-D068B59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C4C82-1210-4173-96FF-401E6C0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8E2E6-8387-40C5-B6B3-0C750DA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16025-48C2-4A26-8F6E-231A33D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31187-576F-47C9-960B-1FE056E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3696C-E5E2-40C6-9116-F3E6C7C9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26C06-A6DA-4B4D-9192-57AD20D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E8C88-219F-4ED3-BD1D-F10259A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2D77B6-094D-43FE-A24F-9C60BC7F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5edddb4c14beb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01EE6-A8DA-486B-BB7D-EB8F14F3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51666-A325-4074-B5FF-0A87AE0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B81DA8-F697-4C77-B238-81FA4B36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17D5AE-700E-470D-869D-77BA18A3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599646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04163-32C7-4C83-AD0E-43786B0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8D6EE-3EA5-403A-B31A-7A42DA2C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D4085-E350-47F8-B6D5-7CC756D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43C3-2D55-4B16-AB26-5243D3D9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609A7-0995-46F3-ADB5-B2FEBCE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8CD74-A7B8-46A0-95ED-5EB6C5E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05872-29BE-4AFD-BBF9-84D82293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1CA33-CC94-4282-BCBB-969F926F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7E3C9-D807-4999-BE7F-8290934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80B6-506C-45A3-B469-FF6C9CC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DAE2B-20C4-4AB7-B605-F616034A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FF1E6-E4D8-4BFC-8B3C-7C83616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247EA-5D13-4C5C-BCB6-BBBE236F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8E2F9-008B-4CFC-91E7-7C8ACCF0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72149-0F35-4544-B4C7-426E85D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B84B2-4E95-426F-8A48-D1ABC36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A7911-1FDD-4229-834F-77C2C24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161BE-B3C7-4F38-88C5-BC5DB54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F410C-9A58-45EA-81C5-5EBAD88A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FA011-D08D-4FA0-8EEE-092AEED2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AC2EB-22CF-48D6-9EF9-9258B51B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C1A93-C430-4A6F-809C-F797767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EBC95-0B21-4F3A-ABB7-8751DF2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FC245-D462-4910-BD05-D287964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39E1D-7522-4B39-A821-5C1BB25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2D6E6-6216-4E81-B8AD-0D65F17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FFD5E-BD48-4F58-9E77-33BDB77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E617D-1CAF-46ED-AE43-34529B4E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03B3E-5728-4277-A9ED-C2B7A55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DFA93-68D7-4BF1-8807-AB55ADB5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08DCA-3E03-479E-838E-E9CB79A0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CFDFC-4479-49CB-986A-EC1EC41A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5D390-2777-45E3-A521-1D3157A8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9104F5-89D5-4F33-BFC6-265A91E2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70B186-3DC9-4B00-9DB3-010EA84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589494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20CCA-3237-413F-8471-0479D9F8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2F290-B47C-462D-A58C-8E88B32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05B20-6129-4E6E-A7B3-2AA9E2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BB9E7-AFF1-4AC8-9DAF-DDC47934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B681E-7339-4A3F-835C-A6A0501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5E568-9A6D-4B66-BF14-0EE0031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886F-8B9A-4E70-A96F-7FF4B65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3B8DC-32D1-464A-9979-5037CDD5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ED93E-0494-480D-930E-0FD5BCC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63B9B-860D-41AC-A5CD-CA1F0D1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A85F7-BCDD-4C8A-9618-9324EC6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239F7-415A-4F02-A3CA-88D0066F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DE987-7188-46C4-A967-A679505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53D02-E4E4-4F85-9054-2941A69F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98137-D572-4A51-862A-EB5BCFF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2655D-C138-4228-BF16-387E1FD2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82E39-3F80-4CA8-807E-6B9E997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5FDC8-0A43-4AC4-83C5-120D13CB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742F1-2F91-4157-AC5D-8CE64E0F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4720D-B71D-4F9B-BD9A-169B8F8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17D4A-4BAB-4205-9CCC-1B0B859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4A265-D52E-4788-B444-81CA03B5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03806-F4C2-47FE-A76C-F1A9D509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E48D9-F112-40AE-AECF-0B60032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AED53-39C7-40C5-BDBE-B143B248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73692-F00A-49E3-9CF7-822FBA0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7A695-067E-4E29-BA4D-119EF1DB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4DB6E-B15A-4944-9A37-40A3DC3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C98A3-0FFA-4C5B-9D1D-BDBB03A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3D9DE-CF51-4CB2-B735-E03EEAF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7CFBEA-4E36-419B-B335-835DE43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16C72-6827-4661-BCB3-BD42B571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D1724-876A-4AE2-BC32-FE378274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610179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44ABE-05D8-46A1-96A7-7E06B4D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CAEC2-DBEA-4F1D-975A-085456BE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47884-97AC-497A-BF29-BEDC0AB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D0B52-5624-4AB8-981E-6B9CE32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A052C-3D39-409F-812F-23216601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98192-D250-430A-BA27-A56F66A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F2F98-3CFD-400C-98DB-843AAD1C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853BC-3AD0-47E7-BAD2-14485E4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B832B-5E36-4EB5-8E4E-4E868F99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4200-2E0A-4737-8DA1-5FC59C10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F79B3-926B-4753-A100-C119AC2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41DFF-2CBE-4654-B0B1-BA68D65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02b01596d447d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8ED98-EC7A-49B2-89D1-5816FEF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F1863-07D7-4965-AAAA-68C483EB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C4A3C-7355-4214-9102-4B531FC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ECF87-16CA-45CF-B016-96F8BD6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C7BF9-72C1-485A-85F7-54D5ED53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0D439-FB84-458D-A67D-B119F35A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8C823-429A-4404-AFA0-F59F45B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2039160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2ED823-FC16-45DC-9694-E71B2AE2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B3141-B3AB-44FC-B224-76F4601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B5C8-2BF0-4F56-A34A-9B242ADD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57C2F-A629-4E7F-AA11-F63F65E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3DE03-CEB7-46F9-8879-AED48FB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29C8F-1FFC-4778-A5BB-2E137347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0F10B-DCC1-4859-949C-0101E66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41EDC-D952-461C-B7D0-6D3B82A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F3E5E-C76F-4EF6-8BF4-65124BE5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A8653-416D-4A0E-8B69-CEBD63D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F08D5-6EB3-49C2-AEB1-BCE3F5E4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4C7C0-DA18-479A-8442-DBFDD15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58DBF-9275-4003-82CB-B0559CE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27128-FDDC-4671-837E-4D68EAF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AA31D-45A0-4164-9BC8-4802050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0b289d6d84670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50C44-9602-4160-A2D2-2F3C1C2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7DDC2-EBED-4118-BEF8-C416999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9E848-FD3B-4374-8FD4-3ED2590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FA13D-24D4-4B42-95C5-EE4B436D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14FA8-8347-4A16-8F2B-9F653B30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19FE7-4B48-4E65-948C-EF7A081C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2FF53-52CC-4E2E-B1B9-EC51583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6EE8F-91E3-4A61-9428-AC84A75D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ECFD6-5639-4E67-94D2-CA3EB23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D5D1E-87DE-48FC-AB50-3B8685F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FE2C6-4674-4C8E-933B-29D77DDF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FBC16-AD0E-4519-9F66-029D310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480CC-0039-48D9-8A9F-7CF58BA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050D3-8DE1-480E-BE48-B1BDF76A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90786D-79E5-4390-A373-B02B3D9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542EE-ABD5-4784-B8B2-A41C296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1B201-7790-4E4E-8A08-14C05C94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2049335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44C5E8-933B-47B2-8F39-A1FDB713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83CE6-10C5-4E3A-B08D-5F52D132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31049-8114-42A5-83FD-35FA245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87326-61BE-4BCA-9B15-788CD248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EC61D-7C26-45F2-9874-AB3995DC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15A90-AABB-4579-B2A0-A8A977EB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05EEB-FD08-444C-8D88-45F5936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283ED-67B5-41C1-8379-D1EC9BD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1013F-2028-4786-A88B-B4DD068A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A8B53-BCC4-437C-A39F-0D1EB10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2E5F0-9D5E-4DB4-B1BF-D0BD077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5151E-A7C4-4121-B592-0B66603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B037-9276-4261-BE6F-005AE4B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6E982-3034-4701-B5C1-D54B91F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B5933-ED2F-4E47-8371-282FB367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29BDE-0175-4ABF-A1C1-57DC2F8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6A259-8D49-4AFE-BB82-C1737F76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9153D-2E8B-46C6-AC26-114132B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A69C5-A5E2-4BEC-9B0C-5969E6C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5CA6E-6461-4A3B-A353-02E2F9B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CD914-929F-4D0E-95E2-F6109E02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059E7-89F2-4EC5-AB2F-60F1AF1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43975-04EC-4232-8A33-63DE5493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185D3-CF7B-419E-AA58-5E719BB5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F0C68-ABBC-4279-AF9F-65F1EB7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E0C09-034D-4F3F-A745-A3F8211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D1BD2-ED04-4191-B53E-C118ABB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0E6D5-B1F4-4DBE-A30C-D961EF5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9833C-FF73-4B38-9675-94C422BC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D9A76-6EEF-4459-84EC-745FB7A7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97FC4-79CC-411B-AD7B-F8474A99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84B6D-DD94-4377-9C2E-4A6A48F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96AC7-A5B9-41FA-AEFE-7FD2FA5E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31C927-CF78-412D-9810-6E3FB554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529699-2EF4-4A32-92E4-F215287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EF6F0D-3527-41F9-BE53-530EB7E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763334-3443-4996-831F-1760A96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372D6-B625-49F4-B953-6FC917D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887500-AB58-474A-9ABF-5ABDE5F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2A8FA2-3E09-48C9-A238-4D3F3C7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9001C9-DECB-4351-8C72-8488DEA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B38A57-3315-4140-8506-0AE14A43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C4762E-0946-4221-9D97-8CB0776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732ED1-AB11-4EA7-BC95-F394319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A8DB45-196B-4E17-9932-25A7708F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B4A5CA-92B9-40D1-ADA8-5BC8747A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A2A931-5AF4-4EDE-A1A1-2A643454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AA4DD2-A1A6-4E55-9ADD-07150F0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065088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6F42A-271A-413F-BA35-E292CB4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236C7-8BA1-4FB4-AF12-CAAB85D6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17C1-579F-47EC-9084-E573D58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DD6E8-0B5B-4761-B870-D6D17B8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61DEF-BFE9-44AA-81E2-FC443A64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65652-1E2F-4509-A767-7E0C9434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40497-02EC-49C2-BDB1-903CCE60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BE8B-D601-4E4C-94CD-83BEC5A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D889E-A4E2-4FC9-A980-16AC2C9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F3547-8584-44BD-B542-4CCB60FD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B496E-3660-4184-B7C8-628AFF9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D5BB1-E2CE-4DC9-A6AE-E2336E1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19628-9714-4AAE-BBA1-D6725ACD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DF51A-F562-4042-868C-933D57E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421A5-8DDA-466E-B540-DBE812A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C484D-C56E-42C5-96E5-0DBBA5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9B7F8-B45F-4E7F-8690-8FC175A2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D8D66-C00B-4F6D-A549-3D15BFF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53359-8618-4988-A803-FC37B558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3271E-F551-49B4-8FEA-7E866FF9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4537B-A21C-4760-A092-D12975DA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58271-999C-4356-A08B-7606AB4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BB222-33A0-4CEA-9A32-CBCBF1AD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D670E-D56C-47F5-B353-C3F1AB9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1313C-AC60-4C20-8E5C-B6631A1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A54EE-CA09-4F56-9C99-A31CACE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1719D-B0E5-445D-BEF4-C536DEF1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3C68A-13D1-4A56-AF7F-1CF49F8B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f16ac45249ac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BC3DF-3D31-4B0E-85DF-5FE02D1D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9F569-D260-44C4-A498-7847E16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4B4CA-A723-43DC-96E9-406D11F6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9F9E0-1863-45F5-A2AD-EFE0BBE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98E19-1A85-463D-8029-026CB445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24FB34-F39B-4C9C-8464-11D448C5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6FD3B-31D2-4251-8CC7-9A4ACA6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511765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EE262-B7F9-483A-8165-CCDA4ADC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C8C34-048D-4730-80EF-3B9CB4B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28355-C2FB-4E7E-B3CC-66E6048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0644D-66FB-4F3B-8B05-D153EBD5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9A9C-B563-4ADC-B592-66891C4A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CE083-FF15-4323-A5AE-E821627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00056703b4b01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26D04-0177-487E-AE03-463B2C7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D08EC-D665-40D1-85BE-02AA2FC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8E3D-D25F-4F94-B758-0423BE9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5CEA7-35FC-4E76-BB54-A82FE70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F6147-ED5E-47E9-976F-FE2E9B9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A5F9B-2023-48C0-BA50-9648548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714B9-63C3-41F7-AD49-F9F8098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FA97E-C2A6-41A2-8CF1-FAB9CBF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7E8A-ADA0-4AEB-8260-1E808441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8845B-972A-4597-BBA2-7E3C6798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5748D-CAAE-4E24-B461-9E21FA5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F51A0-52F9-4C78-9111-A775B8B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798919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63CFE-A675-4AF2-AA42-09F0851F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BAC4D-A372-4ED5-AB97-A693EC16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4EBA-31BF-49C3-A514-3E25F918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50A8C-32D6-4800-8997-9CCB954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B8DC8-89C1-4451-A1B3-2FA6080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C4431-8CF8-4049-86F5-B51B15B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DA4B0-86D3-4322-B60B-7418CD9D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B3164-3047-4CA0-BC00-37813D8B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9D123-CCA0-4CCC-BCCB-A865C5F8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01BD7-87E1-43C5-8372-0B0DA8C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75728-DAD7-43B9-ABA6-F8D2356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8BB4-5C45-49BF-9746-EA80C690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5EB44-615E-457A-8E08-CB1CB77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E9066-6CB5-422D-9D03-32F9ECE5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6E19B-BA10-4AC5-9584-60648D6D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6B9F1-DF19-4949-9CC8-92638C82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91350186d430f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225C4-8DCA-4DE1-B582-BAF38AF5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B56AE-5805-47C6-B71B-3B51A0C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2E47F-DE87-487C-A165-FB2A118B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1A53A-BC95-4BF1-8B53-9B2950C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39218-89D3-4C27-96B0-B7E0C8A8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42464-1078-4017-B56D-7F9BC2A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FBAA1-B09A-427F-8923-3D0B49FD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DA996-DA0A-40B6-9A38-40979D49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746A0-5CDF-4594-9093-F00BCA51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158C7-2FD4-4BA7-ABEF-BCF4439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613CA-1CCB-443B-9C77-A2CC549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685519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2026-09-16T23:34:25.9760000Z</dcterms:created>
  <dcterms:modified xsi:type="dcterms:W3CDTF">2026-09-16T23:34:25.9760000Z</dcterms:modified>
</coreProperties>
</file>