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aca6c7661447c" /><Relationship Type="http://schemas.openxmlformats.org/officeDocument/2006/relationships/extended-properties" Target="/docProps/app.xml" Id="Rb29bb82f2c2244cb" /><Relationship Type="http://schemas.openxmlformats.org/officeDocument/2006/relationships/officeDocument" Target="/ppt/presentation.xml" Id="R7048dc3e0515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e1561c67246b2"/>
  </p:sldMasterIdLst>
  <p:notesMasterIdLst>
    <p:notesMasterId xmlns:r="http://schemas.openxmlformats.org/officeDocument/2006/relationships" r:id="R6c2c6fe0b2bf4643"/>
  </p:notesMasterIdLst>
  <p:sldIdLst>
    <p:sldId xmlns:r="http://schemas.openxmlformats.org/officeDocument/2006/relationships" id="256" r:id="R4409e9d372424a4d"/>
    <p:sldId xmlns:r="http://schemas.openxmlformats.org/officeDocument/2006/relationships" id="257" r:id="Rf741b83068ec417a"/>
    <p:sldId xmlns:r="http://schemas.openxmlformats.org/officeDocument/2006/relationships" id="258" r:id="R96a618b092144634"/>
    <p:sldId xmlns:r="http://schemas.openxmlformats.org/officeDocument/2006/relationships" id="259" r:id="R1fd89868223c4912"/>
    <p:sldId xmlns:r="http://schemas.openxmlformats.org/officeDocument/2006/relationships" id="260" r:id="R7c1c4c02108e4cec"/>
    <p:sldId xmlns:r="http://schemas.openxmlformats.org/officeDocument/2006/relationships" id="261" r:id="R2be7de63b7894ecf"/>
    <p:sldId xmlns:r="http://schemas.openxmlformats.org/officeDocument/2006/relationships" id="262" r:id="R7606dd4a1657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90e580bd04713" /><Relationship Type="http://schemas.openxmlformats.org/officeDocument/2006/relationships/slideMaster" Target="/ppt/slideMasters/slideMaster1.xml" Id="R558e1561c67246b2" /><Relationship Type="http://schemas.openxmlformats.org/officeDocument/2006/relationships/notesMaster" Target="/ppt/notesMasters/notesMaster1.xml" Id="R6c2c6fe0b2bf4643" /><Relationship Type="http://schemas.openxmlformats.org/officeDocument/2006/relationships/presProps" Target="/ppt/presProps.xml" Id="Re9c6e47c741a4c36" /><Relationship Type="http://schemas.openxmlformats.org/officeDocument/2006/relationships/tableStyles" Target="/ppt/tableStyles.xml" Id="Rc0b3992f1330442c" /><Relationship Type="http://schemas.openxmlformats.org/officeDocument/2006/relationships/slide" Target="/ppt/slides/slide1.xml" Id="R4409e9d372424a4d" /><Relationship Type="http://schemas.openxmlformats.org/officeDocument/2006/relationships/slide" Target="/ppt/slides/slide2.xml" Id="Rf741b83068ec417a" /><Relationship Type="http://schemas.openxmlformats.org/officeDocument/2006/relationships/slide" Target="/ppt/slides/slide3.xml" Id="R96a618b092144634" /><Relationship Type="http://schemas.openxmlformats.org/officeDocument/2006/relationships/slide" Target="/ppt/slides/slide4.xml" Id="R1fd89868223c4912" /><Relationship Type="http://schemas.openxmlformats.org/officeDocument/2006/relationships/slide" Target="/ppt/slides/slide5.xml" Id="R7c1c4c02108e4cec" /><Relationship Type="http://schemas.openxmlformats.org/officeDocument/2006/relationships/slide" Target="/ppt/slides/slide6.xml" Id="R2be7de63b7894ecf" /><Relationship Type="http://schemas.openxmlformats.org/officeDocument/2006/relationships/slide" Target="/ppt/slides/slide7.xml" Id="R7606dd4a1657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88aef1f89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86bd928074d15" /><Relationship Type="http://schemas.openxmlformats.org/officeDocument/2006/relationships/notesMaster" Target="/ppt/notesMasters/notesMaster1.xml" Id="R5af2e3b25db741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388fd42f14ef1" /><Relationship Type="http://schemas.openxmlformats.org/officeDocument/2006/relationships/notesMaster" Target="/ppt/notesMasters/notesMaster1.xml" Id="Rc027e783de1540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0118e3728446a8" /><Relationship Type="http://schemas.openxmlformats.org/officeDocument/2006/relationships/notesMaster" Target="/ppt/notesMasters/notesMaster1.xml" Id="R6cab8c8564c14e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fed5823c5d4511" /><Relationship Type="http://schemas.openxmlformats.org/officeDocument/2006/relationships/notesMaster" Target="/ppt/notesMasters/notesMaster1.xml" Id="R65cd94d768a540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57ad1e8354d95" /><Relationship Type="http://schemas.openxmlformats.org/officeDocument/2006/relationships/notesMaster" Target="/ppt/notesMasters/notesMaster1.xml" Id="Rd60be956df3e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17b975a5654dfd" /><Relationship Type="http://schemas.openxmlformats.org/officeDocument/2006/relationships/notesMaster" Target="/ppt/notesMasters/notesMaster1.xml" Id="R4f62cf9353cf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b0600e7ca0436e" /><Relationship Type="http://schemas.openxmlformats.org/officeDocument/2006/relationships/notesMaster" Target="/ppt/notesMasters/notesMaster1.xml" Id="R7ead6e94a791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C:/MyMain/main/resume/career_facts.md C-077~C-087</a:t>
            </a:r>
          </a:p>
          <a:p xmlns:a="http://schemas.openxmlformats.org/drawingml/2006/main">
            <a:r>
              <a:t>40개 SKU는 사용자 확인 실무 범위이며 공개 화면은 4개 샘플 SKU입니다.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C-070, C-080, C-082~C-084</a:t>
            </a:r>
          </a:p>
          <a:p xmlns:a="http://schemas.openxmlformats.org/drawingml/2006/main">
            <a:r>
              <a:t>월 8~9시간은 사용자 확인 수치이며 별도 사용 로그는 확보되지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app/core/forecasting.py:13-105, app/routers/inventory.py:438-568</a:t>
            </a:r>
          </a:p>
          <a:p xmlns:a="http://schemas.openxmlformats.org/drawingml/2006/main">
            <a:r>
              <a:t>실무 운영 근거: career_facts.md C-082~C-084</a:t>
            </a:r>
          </a:p>
          <a:p xmlns:a="http://schemas.openxmlformats.org/drawingml/2006/main">
            <a:r>
              <a:t>주의: 현재 master의 MOQ 자동 반영은 공급사 MOQ가 아니라 품목 포장입수량입니다.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화면: C:/MyMain/Eibe/SCM-Dashboard/portfolio/05_order_plan.png</a:t>
            </a:r>
          </a:p>
          <a:p xmlns:a="http://schemas.openxmlformats.org/drawingml/2006/main">
            <a:r>
              <a:t>라벨: 업무 검증용 재구성 화면·샘플 데이터</a:t>
            </a:r>
          </a:p>
          <a:p xmlns:a="http://schemas.openxmlformats.org/drawingml/2006/main">
            <a:r>
              <a:t>현재 화면의 대화형 로컬 계산 일부는 4개 샘플 SKU에 묶여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C-082~C-084</a:t>
            </a:r>
          </a:p>
          <a:p xmlns:a="http://schemas.openxmlformats.org/drawingml/2006/main">
            <a:r>
              <a:t>실제 발주 승인권자와 본인의 최종 결정 범위는 사용자 확인 후 보강할 예정입니다.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C-080~C-081</a:t>
            </a:r>
          </a:p>
          <a:p xmlns:a="http://schemas.openxmlformats.org/drawingml/2006/main">
            <a:r>
              <a:t>월 8~9시간, 4개 SKU, 2개월 미사용은 사용자 확인 사실이며 저장소에 운영 로그는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리콜 근거: career_facts.md C-060~C-062</a:t>
            </a:r>
          </a:p>
          <a:p xmlns:a="http://schemas.openxmlformats.org/drawingml/2006/main">
            <a:r>
              <a:t>ERP·통관 근거: career_facts.md C-020~C-029, C-085</a:t>
            </a:r>
          </a:p>
          <a:p xmlns:a="http://schemas.openxmlformats.org/drawingml/2006/main">
            <a:r>
              <a:t>관세청 연동은 진행 중이며 외부 개발사 구현 범위를 본인 역할과 분리했습니다.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d85833c3448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5a3678bc94105" /><Relationship Type="http://schemas.openxmlformats.org/officeDocument/2006/relationships/slideLayout" Target="/ppt/slideLayouts/slideLayout1.xml" Id="Rfd7c6f5e844140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7c6f5e844140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7e4bf4dee4d4a" /><Relationship Type="http://schemas.openxmlformats.org/officeDocument/2006/relationships/notesSlide" Target="/ppt/notesSlides/notesSlide1.xml" Id="R13691585f72944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2210c1c104d8c" /><Relationship Type="http://schemas.openxmlformats.org/officeDocument/2006/relationships/notesSlide" Target="/ppt/notesSlides/notesSlide2.xml" Id="R7e1e839e024042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ce15d25dc48fb" /><Relationship Type="http://schemas.openxmlformats.org/officeDocument/2006/relationships/notesSlide" Target="/ppt/notesSlides/notesSlide3.xml" Id="R2b972a89b51f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bd848fa464f0a" /><Relationship Type="http://schemas.openxmlformats.org/officeDocument/2006/relationships/image" Target="/ppt/media/image.png" Id="Ra3fdcfdb12554b53" /><Relationship Type="http://schemas.openxmlformats.org/officeDocument/2006/relationships/notesSlide" Target="/ppt/notesSlides/notesSlide4.xml" Id="R5673822359cd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f7ce1bfce4050" /><Relationship Type="http://schemas.openxmlformats.org/officeDocument/2006/relationships/notesSlide" Target="/ppt/notesSlides/notesSlide5.xml" Id="Red7976be477542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942bfe6c745d0" /><Relationship Type="http://schemas.openxmlformats.org/officeDocument/2006/relationships/notesSlide" Target="/ppt/notesSlides/notesSlide6.xml" Id="R976c2c2ea959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f7285edc848ae" /><Relationship Type="http://schemas.openxmlformats.org/officeDocument/2006/relationships/notesSlide" Target="/ppt/notesSlides/notesSlide7.xml" Id="R6bca2623cc1b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2758F-E313-4038-8EFE-F2D6F113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8FC35-4B64-48F9-8C3F-FF7FDCA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7B60B-5DCB-417A-8016-5D6CB689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rPr>
              <a:t>판매·출고·재고 데이터를</a:t>
            </a:r>
          </a:p>
          <a:p xmlns:a="http://schemas.openxmlformats.org/drawingml/2006/main">
            <a:pPr algn="l">
              <a:def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rPr>
              <a:t>월간 발주 판단으로 연결한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9106A-7BE0-4171-9594-A350FB7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81C11-6408-4B70-8437-481F6ED1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9C9DC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A9310-0836-447B-9532-8862FAC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4DE07-F3A3-40F3-939C-9C17417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실제 업무 판단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18E14-8BD3-412B-8C10-4F545D33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5507-025A-43DA-BB75-5A23D2D8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67E2F-9F43-463B-B5B0-85A3A3AF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05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현재고와 입고계획을 연결한 예상 재고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3F310-4DEC-4DC1-BB9C-A4A0C044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3D61B-969B-4EAF-9B04-D64CF21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월간 S&amp;OP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57A2B-91A2-4EA2-A543-F7F0674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세일즈 전망과 공급 제약을 함께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2EF83-DD98-4F3E-BA26-EA47C7E5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초안 v0.1 · 확인된 사실만 사용</a:t>
            </a:r>
          </a:p>
        </p:txBody>
      </p:sp>
    </p:spTree>
    <p:extLst>
      <p:ext uri="{BB962C8B-B14F-4D97-AF65-F5344CB8AC3E}">
        <p14:creationId xmlns:p14="http://schemas.microsoft.com/office/powerpoint/2010/main" val="1841291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A7598-C40D-4CFE-965B-1717F006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3BB8E-E21B-4AF5-919C-091FF1EE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장기 리드타임 상품의 발주 판단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B9674-171F-4528-973C-DD11F2FE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자료를 모으는 시간보다 늦게 발견되는 재고 위험이 문제였습니다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392A0-1984-4C27-89E2-7A971D7C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F4F7D-6E69-4463-ACFB-215BA6ED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분산된 원천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2F6AE-F0A2-4A26-AFBF-5499EE70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667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DC728-7FA6-4865-80DB-FC23D12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09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 전망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주차별 판매·출고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창고별 현재고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도착월별 발주계획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6CF01-9A93-4A6D-B250-A701D4E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76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기존 작업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CC948-52F2-4BB6-B8A6-7CD7834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3048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D2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6E954-4A99-49FE-AE59-254196B2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563D7-54C1-4ECE-B574-9323C7E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자료 취합과 Excel 양식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5E6B7-D20D-42C6-A0FE-267C3ED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결품·과재고 위험을</a:t>
            </a:r>
          </a:p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늦게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3EB06-B975-442C-9FAD-76FF3D6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76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회의에서 함께 보는 제약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A61F1-990D-4BBE-AB66-603D53C9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52425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C6C44-348F-43C6-8EBF-B4D5B29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8765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3개월 수준의 목표재고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행사·프로모션 수량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50176-BAA2-444C-BE77-A43F0A6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53D"/>
          </a:solidFill>
          <a:ln xmlns:a="http://schemas.openxmlformats.org/drawingml/2006/main" w="9525">
            <a:solidFill>
              <a:srgbClr val="1425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EA62D-01C1-451D-9CB4-1835ABBF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994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정리해야 할 것은 데이터뿐 아니라, 누가 어떤 숫자를 언제 확정하는가였습니다.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054AD-0C5C-4EB7-ADD6-CD571E66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C9404-D9C4-4F70-86B4-7BFC0FE6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934EF-9661-4A39-8ACD-B88219C3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2141275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611B7-C936-4D09-A4E8-CE4B0162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8758-1B1A-498E-A96B-F60147EA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기준 데이터와 실무자 판단의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05E5B-3078-407F-A78A-38C1CFB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자동 계산과 회의 판단을 분리해 결과를 검산할 수 있도록 설계했습니다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D1DE-05F8-4CA1-8BBB-3F41E2B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A589E-5760-4C3F-9EDF-E7F03B6B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시스템이 계산한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F685-89B1-4439-9006-050A801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000625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69FA9-4A3B-40D1-91AE-35C43E4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82A7E-EA39-4918-B79B-2E1FAD5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621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최근 최대 12주 출고 평균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D2D10-B863-4D93-98C1-A310B55C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3F995-D63E-481C-BFFC-39733CB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ED03D-24D6-42BA-A531-A8AFDDD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69350-8129-4CDF-8A2E-0BF8CD3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CF3D0-BF13-44DD-A7C9-C33C4B5F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48B36-01DA-4EED-BC3F-01FC2F7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최신 현재고와 도착월 발주계획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76EB0-C27E-46B1-A0EB-5D29CAE4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EA2E1-2E94-49DE-86DD-F6037304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EA843-C6CB-422F-B489-627FA509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24주 예상 재고와 제안 수량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0F60A-E799-41FA-98E9-6038CB3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S&amp;OP에서 사람이 결정한 항목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7E38E-EC68-43C2-8DD2-7A91C35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05000"/>
            <a:ext cx="5095875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44327-1D27-4203-BE24-C19DFED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B1C8C-F553-4D52-BC2C-F9B8EA7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세일즈 전망과 프로모션 가중치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DC22D-B1EF-4DCE-BD99-F5D1DC2E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D1B59-EB88-41EE-A53F-5681EA5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35A09-D741-4885-9F02-2D982D3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3개월 목표재고와 현금흐름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65933-838E-42E2-A27B-936F49F6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E6A6F-C3B1-499F-A6C2-E7C7F416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FB0D3-E7EE-412C-BF0C-F0349A6E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공급사 MOQ와 발주 시점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844BE-84BD-4E9C-B021-0D002E6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25E01-3505-499A-81AA-E334005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04918-474B-4628-AF6E-7F8FE3A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최종 발주 수량과 채널 배분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31993-0DDB-417F-AF44-44F6E2E0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주간 예상수요 = 출고 평균 × 실무자 가중치 + 판매·출고 차이 버퍼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A4F19-A703-4714-A746-740958D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31D57-ABD7-435B-897E-A581043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프로모션·현금흐름·공급사 MOQ는 자동 계산 기능이 아니라 회의 판단 기준입니다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1D9A44-0978-40EE-87C3-4026353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892525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99D76-BFCF-4AC9-A673-D47D656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E78FF-7808-494C-ADF0-2031F663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24주 예상 재고와 발주 검토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EECDB-245C-41FC-8F0D-E196FE29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시스템 제안과 담당자 확정 수량을 같은 화면에서 비교합니다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7F6A-CB43-4668-9223-69AC75D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3D923-6849-4668-B37E-023CE8C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573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업무 검증용 재구성 화면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F2EC4-149F-478C-ACB3-F74E522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실무자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C3050-087E-4937-9947-45C31AF4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차이를 수량으로 표시해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85CF-6A37-4D26-A273-57E552B0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0D3A6-20DE-42E7-88C9-3208EB4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가중치 시뮬레이션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4630C-8AFC-4898-9274-36F24D80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프로모션·채널 상황에 따라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실무자가 수요 가정을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545BA-BC4A-4EE5-B11F-AAF872F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8FFC5-BEC3-47C9-8ECD-EBB8138A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EB0A4-2CD2-44B9-A716-66280B88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dcfdb12554b53"/>
          <a:stretch xmlns:a="http://schemas.openxmlformats.org/drawingml/2006/main"/>
        </p:blipFill>
        <p:spPr>
          <a:xfrm xmlns:a="http://schemas.openxmlformats.org/drawingml/2006/main">
            <a:off x="5334893" y="1504950"/>
            <a:ext cx="4855963" cy="4686300"/>
          </a:xfrm>
          <a:prstGeom xmlns:a="http://schemas.openxmlformats.org/drawingml/2006/main" prst="roundRect">
            <a:avLst>
              <a:gd name="adj" fmla="val 203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63396-D31B-41DF-A536-F3C38215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08302-8DE7-4D28-8ABE-F36F84FD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실제 업무 판단 범위는 40개 SKU이며 공개 화면에는 샘플 데이터를 사용했습니다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23FEC-3049-43F3-895A-E6BA30D4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606954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574DD-533E-4E23-9372-08D05CAD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C29E2-8051-4586-8F40-FEBAC02A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월간 S&amp;OP와 채널 재고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7A7D3-3FAD-44C5-89C9-DADE4D0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자료 취합에서 끝내지 않고 발주안·판매 제한·풀필먼트 실행까지 연결했습니다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E2AA9-B8F1-4568-AF22-93883D1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6BB10-3510-4B72-9310-A485E2F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D696D-5767-4252-8E1B-A6460FC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64E45-DF5B-41E2-A75F-129E893C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정해진 양식으로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판매 전망 취합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3818B-0E3D-4CEF-BE32-7D37AEC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F677F-42AC-4FA4-A03C-9900C53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재고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1142-6398-4204-8606-1F56A246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현재고·입고계획을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24주 흐름으로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A26D3-B401-40AD-BDDF-39C82FC4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D2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C6638-2621-4A55-9728-2520C22B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공급 제약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E9EC3-F8F4-48E7-9491-A4AF903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리드타임·목표재고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현금흐름·MOQ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57568-9FF3-4ED3-9B34-DC1F0A3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39866-0F0F-4CD3-8106-42347D30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발주안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AD1FD-CCCE-44B4-A7A2-CA34C32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 영향과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판매 제한 수량 조율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8DF17-B4F9-4A21-9D1B-B455B3AC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5962B-1C5E-43C3-8A30-BCE6B6EB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채널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45454-C96C-4A24-A75B-0A0CA7F9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사입·이관·ASN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배차와 현장 전달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48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34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8FDCC-3B4A-4BB5-B17C-6645D56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채널 운영 범위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26561-05BB-4A1C-8ED7-02AA931E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18BA6-84F1-4F28-818A-91C2FD2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쿠팡·네이버 풀필먼트 사입과 재고 이관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27E7F-43FB-4078-8674-78D69C8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3PL ASN과 물류팀 현장 작업·배차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BB501-6EB2-4F86-8E2B-BC092D77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결품 위험이 높으면 행사 수량을 제한하고, 과재고 위험은 채널 배분과 발주량을 함께 조정했습니다.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8020E-59E1-412E-A7AF-AFCE10BA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7B367-ABDE-43E6-8361-CF91DD7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31156-5208-4637-8264-AEDD34D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377570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CD9C9-A899-4FFF-8370-1EA5BD21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F5402-56F3-49B9-A8BE-51695298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2개월 미사용에서 월간 검토 기준으로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754D6-1020-4842-BF59-1DD03CC8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기능보다 사용 장면과 판단 순서를 먼저 고쳤습니다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AFC20-5E4D-46A6-8258-46AA1B1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E4E44-EDDD-4F97-B90A-FBFA3E3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A1249-7ECB-405E-B55D-F2C9CFA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초기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8064E-6910-4983-AC1E-3BC9AA7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예측 결과를 만드는 데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집중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D98A2-CC73-4059-A916-11BE058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CAA95-E38F-4633-AFDD-5546A68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27024-263D-45FA-B404-7BDECAD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현업 미사용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86DEA-DA1D-4203-9C57-78BCE51E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2개월 동안 월간 업무에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사용되지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608CC-61D8-4A50-8851-1B980ACF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597E4-B8BB-4528-9938-EAC90FC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4E86E-E0AE-42E6-9B16-D7183AE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공동 재설계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89056-374B-4A4E-9307-614BC589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세일즈·SCM의 판단 순서에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맞춰 화면과 로직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599D2-A2FF-422B-8CB0-0EFF57B9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9B1E9-E06E-463A-82B0-B355CCA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70A5E-A2B0-40FB-99D6-9B68291A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반복 운영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ADC5F-54EC-42F1-BBE1-3FC0A2D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월간 발주 검토의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공통 기준으로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9A1DD-71E1-466E-9A8F-23EF9C72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476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0DA53-9FAD-49CF-BA2F-9372AAEC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C6188-BC85-431A-A3A4-A329B5D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자료 취합·Excel 양식 작업 자동화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FB672-D63F-403A-BCFC-7FE49E83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62375"/>
            <a:ext cx="4476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7F552-DF41-4F79-B33B-0BEB0E82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4개 SKU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5E17C-98DD-405B-B214-66906F2C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품절 위험을 발주 검토 전에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F3CE8-86F4-4D42-8F67-BB62A41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 한계: 예측 정확도·Bias·실제 결품 및 과재고 개선률은 당시 정식 계측하지 못했습니다.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19FD4-032B-47BF-8A0F-D5F721C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9EA93-F247-4303-9042-805F77E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58BA4-0A7A-40A3-A618-5AAA80E2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995821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55FCE-A072-427C-BBFD-24B3A20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97279-263C-4621-A27C-169F1FD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수요예측을 공급망 전체로 연결한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09045-6651-431E-9E74-D6F44C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재고 위험을 수입·풀필먼트·ERP·통관 운영까지 이어서 판단했습니다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3C8E8-DBAF-4002-9E52-548DEBE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BDB02-F1AE-4C7C-859E-5BF031DE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공급망 위험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E17ED-96BD-47B9-A7A1-AE1EF70A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3147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35F6-2EE3-4421-AAB9-7DB197E4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574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105,000캔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F032A-DC26-4233-ABE5-B013BE5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약 30억 원 규모 리콜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AB9FB-B507-46AE-9B6B-FB4B76F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67075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7088-0018-4D1A-812D-EC9D25E1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한국·중국 창고의 증빙과</a:t>
            </a:r>
          </a:p>
          <a:p xmlns:a="http://schemas.openxmlformats.org/drawingml/2006/main">
            <a:pPr algn="ctr">
              <a:def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감사 입회·폐기·결과보고 절차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3FFC7-8862-49D0-8A0E-FC17D76B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본사 보상액 100% 환수에 필요한</a:t>
            </a:r>
          </a:p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증빙·보고 완성에 기여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D27D8-5A6D-4B0B-A211-BAA1D57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시스템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E94A1-6BB4-41FF-83D1-AC03C4B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333750" cy="33147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B61EE-33AB-4172-BE0C-115019C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14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판매채널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B5819-8ADA-47FD-92F4-C89916EA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BDB81-4DF8-44CB-8A50-35CAA3B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24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사내 ERP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E142D-6095-492F-8362-4682868A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432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03016-34FA-4071-93FB-18EF911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33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WMS·3PL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09220-8A47-407F-ACB5-85B0388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528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ACA1F-3981-4C25-B3D3-7E829AF2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43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통관 관련 시스템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0303B-4E03-4A73-8AB5-345B015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필드·상태·오류·재처리·QA 기준 정의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75359-1EE2-4BF1-A202-702D44F9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다음 고도화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E518C-F9BA-4105-B390-8118917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200400" cy="33147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87C11-D82E-4F5D-B70F-E989E84C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예측 정확도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045AA-48DE-482C-8192-F376500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SKU·채널별 Bias와 WMAPE 계측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489C52-FF56-4AE6-BA07-12FCC2C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6DD82-3FDD-4997-8309-E9EF3350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71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신제품·프로모션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9BC59-8AEC-429C-888A-82BF4176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3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유사 SKU와 행사 증가분 분리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C18E5-B79A-48EC-9696-A67B679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57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FB6D7-F335-4F19-B76C-BF69438F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57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AX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6A8B2-9E43-4506-BACC-409E435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9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운영 정확도를 먼저 확보한 뒤 반복 판단을 자동화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67F58-3CAD-4324-A270-7DF2230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SCM 현장에서 검증한 판단 기준을 데이터와 시스템으로 남기는 것이 다음 목표입니다.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8BE90-77BF-45AB-BB61-95EE4972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9EEAF-3995-4349-9FCE-7BA7378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관세청 연동은 진행 중이며 외부 개발사 구현, 본인은 정책·요건·QA·운영 적용을 담당했습니다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1BB15-1D78-42D1-B782-28C9A1D0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61457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2026-09-05T11:51:35.9730000Z</dcterms:created>
  <dcterms:modified xsi:type="dcterms:W3CDTF">2026-09-05T11:51:35.9730000Z</dcterms:modified>
</coreProperties>
</file>